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8212" r:id="rId2"/>
    <p:sldId id="2147478213" r:id="rId3"/>
    <p:sldId id="2147478214" r:id="rId4"/>
    <p:sldId id="2147478215" r:id="rId5"/>
    <p:sldId id="214747821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24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dk2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538200" y="1660467"/>
            <a:ext cx="10815600" cy="21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538200" y="4167567"/>
            <a:ext cx="110932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‒"/>
              <a:defRPr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lvl="5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5200" y="5974773"/>
            <a:ext cx="1680165" cy="4946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473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Left-Align">
  <p:cSld name="Title and Content Left-Align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26767" y="550036"/>
            <a:ext cx="11030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ftr" idx="11"/>
          </p:nvPr>
        </p:nvSpPr>
        <p:spPr>
          <a:xfrm>
            <a:off x="526767" y="6300533"/>
            <a:ext cx="37444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9C9C9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11631400" y="6333133"/>
            <a:ext cx="562000" cy="3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536200" y="1660467"/>
            <a:ext cx="5314400" cy="45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•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D87A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D87A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5071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-Left Justified">
  <p:cSld name="Title Only-Left Justified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>
            <a:spLocks noGrp="1"/>
          </p:cNvSpPr>
          <p:nvPr>
            <p:ph type="title"/>
          </p:nvPr>
        </p:nvSpPr>
        <p:spPr>
          <a:xfrm>
            <a:off x="538200" y="538633"/>
            <a:ext cx="110932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0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7332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9C9C9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0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0"/>
          <p:cNvSpPr txBox="1">
            <a:spLocks noGrp="1"/>
          </p:cNvSpPr>
          <p:nvPr>
            <p:ph type="sldNum" idx="12"/>
          </p:nvPr>
        </p:nvSpPr>
        <p:spPr>
          <a:xfrm>
            <a:off x="11634733" y="6333133"/>
            <a:ext cx="558800" cy="3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54115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-2">
  <p:cSld name="Title Slide-2">
    <p:bg>
      <p:bgPr>
        <a:solidFill>
          <a:schemeClr val="dk2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1"/>
          <p:cNvPicPr preferRelativeResize="0"/>
          <p:nvPr/>
        </p:nvPicPr>
        <p:blipFill rotWithShape="1">
          <a:blip r:embed="rId2">
            <a:alphaModFix/>
          </a:blip>
          <a:srcRect l="2438" t="243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1"/>
          <p:cNvSpPr txBox="1">
            <a:spLocks noGrp="1"/>
          </p:cNvSpPr>
          <p:nvPr>
            <p:ph type="ctrTitle"/>
          </p:nvPr>
        </p:nvSpPr>
        <p:spPr>
          <a:xfrm>
            <a:off x="538200" y="1136467"/>
            <a:ext cx="5312000" cy="2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3733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47" name="Google Shape;147;p11"/>
          <p:cNvSpPr txBox="1">
            <a:spLocks noGrp="1"/>
          </p:cNvSpPr>
          <p:nvPr>
            <p:ph type="subTitle" idx="1"/>
          </p:nvPr>
        </p:nvSpPr>
        <p:spPr>
          <a:xfrm>
            <a:off x="538200" y="4167560"/>
            <a:ext cx="4217200" cy="11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‒"/>
              <a:defRPr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11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49" name="Google Shape;14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5200" y="5974773"/>
            <a:ext cx="1680165" cy="4946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9087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-Partner Title Slide">
  <p:cSld name="Co-Partner Title Slide"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/>
          <p:nvPr/>
        </p:nvSpPr>
        <p:spPr>
          <a:xfrm>
            <a:off x="167" y="-49500"/>
            <a:ext cx="12192000" cy="3097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2"/>
          <p:cNvSpPr txBox="1">
            <a:spLocks noGrp="1"/>
          </p:cNvSpPr>
          <p:nvPr>
            <p:ph type="subTitle" idx="1"/>
          </p:nvPr>
        </p:nvSpPr>
        <p:spPr>
          <a:xfrm>
            <a:off x="538200" y="5671421"/>
            <a:ext cx="108188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‒"/>
              <a:defRPr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12"/>
          <p:cNvSpPr txBox="1">
            <a:spLocks noGrp="1"/>
          </p:cNvSpPr>
          <p:nvPr>
            <p:ph type="ctrTitle"/>
          </p:nvPr>
        </p:nvSpPr>
        <p:spPr>
          <a:xfrm>
            <a:off x="538200" y="4319167"/>
            <a:ext cx="10818800" cy="13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Arial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54" name="Google Shape;154;p12"/>
          <p:cNvCxnSpPr/>
          <p:nvPr/>
        </p:nvCxnSpPr>
        <p:spPr>
          <a:xfrm>
            <a:off x="2816531" y="3669691"/>
            <a:ext cx="0" cy="609600"/>
          </a:xfrm>
          <a:prstGeom prst="straightConnector1">
            <a:avLst/>
          </a:pr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55" name="Google Shape;155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8200" y="3857320"/>
            <a:ext cx="1921533" cy="23434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2"/>
          <p:cNvSpPr/>
          <p:nvPr/>
        </p:nvSpPr>
        <p:spPr>
          <a:xfrm rot="-2700000">
            <a:off x="2616348" y="2861816"/>
            <a:ext cx="400505" cy="400505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2"/>
          <p:cNvSpPr txBox="1">
            <a:spLocks noGrp="1"/>
          </p:cNvSpPr>
          <p:nvPr>
            <p:ph type="body" idx="2"/>
          </p:nvPr>
        </p:nvSpPr>
        <p:spPr>
          <a:xfrm>
            <a:off x="3173333" y="3579267"/>
            <a:ext cx="3168000" cy="7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marR="0" lvl="0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•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D87A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D87A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0581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-Partner Title Slide-2">
  <p:cSld name="Co-Partner Title Slide-2">
    <p:bg>
      <p:bgPr>
        <a:solidFill>
          <a:schemeClr val="lt1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9" name="Google Shape;159;p13"/>
          <p:cNvCxnSpPr/>
          <p:nvPr/>
        </p:nvCxnSpPr>
        <p:spPr>
          <a:xfrm>
            <a:off x="2816531" y="450963"/>
            <a:ext cx="0" cy="609600"/>
          </a:xfrm>
          <a:prstGeom prst="straightConnector1">
            <a:avLst/>
          </a:pr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0" name="Google Shape;160;p13"/>
          <p:cNvSpPr txBox="1">
            <a:spLocks noGrp="1"/>
          </p:cNvSpPr>
          <p:nvPr>
            <p:ph type="ctrTitle"/>
          </p:nvPr>
        </p:nvSpPr>
        <p:spPr>
          <a:xfrm>
            <a:off x="538200" y="1136467"/>
            <a:ext cx="4217200" cy="2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Arial"/>
              <a:buNone/>
              <a:defRPr sz="3733"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subTitle" idx="1"/>
          </p:nvPr>
        </p:nvSpPr>
        <p:spPr>
          <a:xfrm>
            <a:off x="538200" y="4167568"/>
            <a:ext cx="4217200" cy="11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‒"/>
              <a:defRPr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62" name="Google Shape;16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4134" y="638587"/>
            <a:ext cx="1921533" cy="23434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3"/>
          <p:cNvSpPr/>
          <p:nvPr/>
        </p:nvSpPr>
        <p:spPr>
          <a:xfrm rot="5400000">
            <a:off x="5967800" y="659700"/>
            <a:ext cx="6908800" cy="556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3"/>
          <p:cNvSpPr/>
          <p:nvPr/>
        </p:nvSpPr>
        <p:spPr>
          <a:xfrm rot="2700000">
            <a:off x="6424898" y="552630"/>
            <a:ext cx="400505" cy="40050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13"/>
          <p:cNvPicPr preferRelativeResize="0"/>
          <p:nvPr/>
        </p:nvPicPr>
        <p:blipFill rotWithShape="1">
          <a:blip r:embed="rId3">
            <a:alphaModFix/>
          </a:blip>
          <a:srcRect l="36405" r="34949"/>
          <a:stretch/>
        </p:blipFill>
        <p:spPr>
          <a:xfrm>
            <a:off x="7162551" y="-821734"/>
            <a:ext cx="4519301" cy="852806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3"/>
          <p:cNvSpPr txBox="1">
            <a:spLocks noGrp="1"/>
          </p:cNvSpPr>
          <p:nvPr>
            <p:ph type="body" idx="2"/>
          </p:nvPr>
        </p:nvSpPr>
        <p:spPr>
          <a:xfrm>
            <a:off x="3177400" y="385767"/>
            <a:ext cx="3168000" cy="7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marR="0" lvl="0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•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D87A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D87A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6990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sonal Intro_One">
  <p:cSld name="Personal Intro_One">
    <p:bg>
      <p:bgPr>
        <a:solidFill>
          <a:schemeClr val="dk1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>
            <a:spLocks noGrp="1"/>
          </p:cNvSpPr>
          <p:nvPr>
            <p:ph type="body" idx="1"/>
          </p:nvPr>
        </p:nvSpPr>
        <p:spPr>
          <a:xfrm>
            <a:off x="6341533" y="2413433"/>
            <a:ext cx="52896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54185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Char char="•"/>
              <a:defRPr sz="3733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69" name="Google Shape;169;p14"/>
          <p:cNvSpPr txBox="1">
            <a:spLocks noGrp="1"/>
          </p:cNvSpPr>
          <p:nvPr>
            <p:ph type="body" idx="2"/>
          </p:nvPr>
        </p:nvSpPr>
        <p:spPr>
          <a:xfrm>
            <a:off x="6341533" y="3108233"/>
            <a:ext cx="52896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7412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Char char="•"/>
              <a:defRPr sz="2667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70" name="Google Shape;170;p14"/>
          <p:cNvPicPr preferRelativeResize="0"/>
          <p:nvPr/>
        </p:nvPicPr>
        <p:blipFill rotWithShape="1">
          <a:blip r:embed="rId2">
            <a:alphaModFix/>
          </a:blip>
          <a:srcRect l="-822" t="19" r="-822" b="28"/>
          <a:stretch/>
        </p:blipFill>
        <p:spPr>
          <a:xfrm>
            <a:off x="-1267633" y="1"/>
            <a:ext cx="6970936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4"/>
          <p:cNvSpPr>
            <a:spLocks noGrp="1"/>
          </p:cNvSpPr>
          <p:nvPr>
            <p:ph type="pic" idx="3"/>
          </p:nvPr>
        </p:nvSpPr>
        <p:spPr>
          <a:xfrm>
            <a:off x="538200" y="1660467"/>
            <a:ext cx="3377200" cy="3374000"/>
          </a:xfrm>
          <a:prstGeom prst="ellipse">
            <a:avLst/>
          </a:prstGeom>
          <a:solidFill>
            <a:srgbClr val="BFBFB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14"/>
          <p:cNvSpPr txBox="1">
            <a:spLocks noGrp="1"/>
          </p:cNvSpPr>
          <p:nvPr>
            <p:ph type="ftr" idx="11"/>
          </p:nvPr>
        </p:nvSpPr>
        <p:spPr>
          <a:xfrm>
            <a:off x="538201" y="6300533"/>
            <a:ext cx="373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grpSp>
        <p:nvGrpSpPr>
          <p:cNvPr id="173" name="Google Shape;173;p14"/>
          <p:cNvGrpSpPr/>
          <p:nvPr/>
        </p:nvGrpSpPr>
        <p:grpSpPr>
          <a:xfrm>
            <a:off x="6341952" y="3083835"/>
            <a:ext cx="921832" cy="24384"/>
            <a:chOff x="3842851" y="2453321"/>
            <a:chExt cx="691374" cy="18288"/>
          </a:xfrm>
        </p:grpSpPr>
        <p:sp>
          <p:nvSpPr>
            <p:cNvPr id="174" name="Google Shape;174;p14"/>
            <p:cNvSpPr/>
            <p:nvPr/>
          </p:nvSpPr>
          <p:spPr>
            <a:xfrm rot="-5400000">
              <a:off x="3948936" y="2347236"/>
              <a:ext cx="18288" cy="23045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 rot="-5400000">
              <a:off x="4179394" y="2347236"/>
              <a:ext cx="18288" cy="23045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 rot="-5400000">
              <a:off x="4409852" y="2347236"/>
              <a:ext cx="18288" cy="23045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" name="Google Shape;177;p14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78" name="Google Shape;17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9251" y="6451376"/>
            <a:ext cx="190287" cy="13223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4"/>
          <p:cNvSpPr txBox="1">
            <a:spLocks noGrp="1"/>
          </p:cNvSpPr>
          <p:nvPr>
            <p:ph type="body" idx="4"/>
          </p:nvPr>
        </p:nvSpPr>
        <p:spPr>
          <a:xfrm>
            <a:off x="6341533" y="3820333"/>
            <a:ext cx="52896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•"/>
              <a:defRPr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1471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sonal Intro_One-2">
  <p:cSld name="Personal Intro_One-2">
    <p:bg>
      <p:bgPr>
        <a:solidFill>
          <a:schemeClr val="lt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5"/>
          <p:cNvPicPr preferRelativeResize="0"/>
          <p:nvPr/>
        </p:nvPicPr>
        <p:blipFill rotWithShape="1">
          <a:blip r:embed="rId2">
            <a:alphaModFix/>
          </a:blip>
          <a:srcRect l="-1250" t="19" r="-1250" b="28"/>
          <a:stretch/>
        </p:blipFill>
        <p:spPr>
          <a:xfrm>
            <a:off x="-1296900" y="1"/>
            <a:ext cx="702946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5"/>
          <p:cNvSpPr>
            <a:spLocks noGrp="1"/>
          </p:cNvSpPr>
          <p:nvPr>
            <p:ph type="pic" idx="2"/>
          </p:nvPr>
        </p:nvSpPr>
        <p:spPr>
          <a:xfrm>
            <a:off x="538200" y="1741615"/>
            <a:ext cx="3377200" cy="3374800"/>
          </a:xfrm>
          <a:prstGeom prst="ellipse">
            <a:avLst/>
          </a:prstGeom>
          <a:solidFill>
            <a:srgbClr val="BFBFB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15"/>
          <p:cNvSpPr txBox="1">
            <a:spLocks noGrp="1"/>
          </p:cNvSpPr>
          <p:nvPr>
            <p:ph type="ftr" idx="11"/>
          </p:nvPr>
        </p:nvSpPr>
        <p:spPr>
          <a:xfrm>
            <a:off x="538201" y="6300533"/>
            <a:ext cx="373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9pPr>
          </a:lstStyle>
          <a:p>
            <a:endParaRPr/>
          </a:p>
        </p:txBody>
      </p:sp>
      <p:grpSp>
        <p:nvGrpSpPr>
          <p:cNvPr id="184" name="Google Shape;184;p15"/>
          <p:cNvGrpSpPr/>
          <p:nvPr/>
        </p:nvGrpSpPr>
        <p:grpSpPr>
          <a:xfrm>
            <a:off x="6341952" y="3083835"/>
            <a:ext cx="921832" cy="24384"/>
            <a:chOff x="3842851" y="2453321"/>
            <a:chExt cx="691374" cy="18288"/>
          </a:xfrm>
        </p:grpSpPr>
        <p:sp>
          <p:nvSpPr>
            <p:cNvPr id="185" name="Google Shape;185;p15"/>
            <p:cNvSpPr/>
            <p:nvPr/>
          </p:nvSpPr>
          <p:spPr>
            <a:xfrm rot="-5400000">
              <a:off x="3948936" y="2347236"/>
              <a:ext cx="18288" cy="23045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0" rIns="91425" bIns="45700" anchor="t" anchorCtr="0">
              <a:noAutofit/>
            </a:bodyPr>
            <a:lstStyle/>
            <a:p>
              <a:pPr marL="121917" marR="0" lvl="0" indent="-12191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5"/>
            <p:cNvSpPr/>
            <p:nvPr/>
          </p:nvSpPr>
          <p:spPr>
            <a:xfrm rot="-5400000">
              <a:off x="4179394" y="2347236"/>
              <a:ext cx="18288" cy="23045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0" rIns="91425" bIns="45700" anchor="t" anchorCtr="0">
              <a:noAutofit/>
            </a:bodyPr>
            <a:lstStyle/>
            <a:p>
              <a:pPr marL="121917" marR="0" lvl="0" indent="-12191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5"/>
            <p:cNvSpPr/>
            <p:nvPr/>
          </p:nvSpPr>
          <p:spPr>
            <a:xfrm rot="-5400000">
              <a:off x="4409852" y="2347236"/>
              <a:ext cx="18288" cy="23045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0" rIns="91425" bIns="45700" anchor="t" anchorCtr="0">
              <a:noAutofit/>
            </a:bodyPr>
            <a:lstStyle/>
            <a:p>
              <a:pPr marL="121917" marR="0" lvl="0" indent="-12191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8" name="Google Shape;188;p15"/>
          <p:cNvSpPr txBox="1">
            <a:spLocks noGrp="1"/>
          </p:cNvSpPr>
          <p:nvPr>
            <p:ph type="sldNum" idx="12"/>
          </p:nvPr>
        </p:nvSpPr>
        <p:spPr>
          <a:xfrm>
            <a:off x="11631400" y="6333133"/>
            <a:ext cx="562000" cy="3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89" name="Google Shape;189;p15"/>
          <p:cNvSpPr txBox="1">
            <a:spLocks noGrp="1"/>
          </p:cNvSpPr>
          <p:nvPr>
            <p:ph type="body" idx="1"/>
          </p:nvPr>
        </p:nvSpPr>
        <p:spPr>
          <a:xfrm>
            <a:off x="6341533" y="2413433"/>
            <a:ext cx="52896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54185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  <a:defRPr sz="3733" b="0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‒"/>
              <a:defRPr b="0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•"/>
              <a:defRPr sz="1600" b="0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Montserrat"/>
              <a:buChar char="•"/>
              <a:defRPr sz="1333" b="0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00"/>
              <a:buFont typeface="Montserrat"/>
              <a:buChar char="•"/>
              <a:defRPr sz="1067" b="0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00"/>
              <a:buFont typeface="Montserrat"/>
              <a:buChar char="•"/>
              <a:defRPr sz="1067" b="0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00"/>
              <a:buFont typeface="Montserrat"/>
              <a:buChar char="•"/>
              <a:defRPr sz="1067" b="0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0" name="Google Shape;190;p15"/>
          <p:cNvSpPr txBox="1">
            <a:spLocks noGrp="1"/>
          </p:cNvSpPr>
          <p:nvPr>
            <p:ph type="body" idx="3"/>
          </p:nvPr>
        </p:nvSpPr>
        <p:spPr>
          <a:xfrm>
            <a:off x="6341533" y="3108233"/>
            <a:ext cx="52896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7412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•"/>
              <a:defRPr sz="2667" b="0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‒"/>
              <a:defRPr b="0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•"/>
              <a:defRPr sz="1600" b="0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Montserrat"/>
              <a:buChar char="•"/>
              <a:defRPr sz="1333" b="0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00"/>
              <a:buFont typeface="Montserrat"/>
              <a:buChar char="•"/>
              <a:defRPr sz="1067" b="0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00"/>
              <a:buFont typeface="Montserrat"/>
              <a:buChar char="•"/>
              <a:defRPr sz="1067" b="0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00"/>
              <a:buFont typeface="Montserrat"/>
              <a:buChar char="•"/>
              <a:defRPr sz="1067" b="0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1" name="Google Shape;191;p15"/>
          <p:cNvSpPr txBox="1">
            <a:spLocks noGrp="1"/>
          </p:cNvSpPr>
          <p:nvPr>
            <p:ph type="body" idx="4"/>
          </p:nvPr>
        </p:nvSpPr>
        <p:spPr>
          <a:xfrm>
            <a:off x="6341533" y="3820333"/>
            <a:ext cx="52896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b="0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‒"/>
              <a:defRPr b="0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•"/>
              <a:defRPr sz="1600" b="0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Montserrat"/>
              <a:buChar char="•"/>
              <a:defRPr sz="1333" b="0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00"/>
              <a:buFont typeface="Montserrat"/>
              <a:buChar char="•"/>
              <a:defRPr sz="1067" b="0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00"/>
              <a:buFont typeface="Montserrat"/>
              <a:buChar char="•"/>
              <a:defRPr sz="1067" b="0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00"/>
              <a:buFont typeface="Montserrat"/>
              <a:buChar char="•"/>
              <a:defRPr sz="1067" b="0" i="0" u="none" strike="noStrike" cap="none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8989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sonal Intro_Two">
  <p:cSld name="Personal Intro_Two">
    <p:bg>
      <p:bgPr>
        <a:solidFill>
          <a:schemeClr val="dk1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6"/>
          <p:cNvPicPr preferRelativeResize="0"/>
          <p:nvPr/>
        </p:nvPicPr>
        <p:blipFill rotWithShape="1">
          <a:blip r:embed="rId2">
            <a:alphaModFix/>
          </a:blip>
          <a:srcRect l="-2476" t="-2454" r="-2476" b="-2453"/>
          <a:stretch/>
        </p:blipFill>
        <p:spPr>
          <a:xfrm>
            <a:off x="1750500" y="497901"/>
            <a:ext cx="2785831" cy="2785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6"/>
          <p:cNvPicPr preferRelativeResize="0"/>
          <p:nvPr/>
        </p:nvPicPr>
        <p:blipFill rotWithShape="1">
          <a:blip r:embed="rId3">
            <a:alphaModFix/>
          </a:blip>
          <a:srcRect l="-1451" t="-2476" r="-1461" b="-2476"/>
          <a:stretch/>
        </p:blipFill>
        <p:spPr>
          <a:xfrm>
            <a:off x="7668701" y="497900"/>
            <a:ext cx="2785833" cy="278583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6"/>
          <p:cNvSpPr/>
          <p:nvPr/>
        </p:nvSpPr>
        <p:spPr>
          <a:xfrm>
            <a:off x="2314387" y="1063388"/>
            <a:ext cx="1646000" cy="164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121914" marR="0" lvl="0" indent="-12191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6"/>
          <p:cNvSpPr/>
          <p:nvPr/>
        </p:nvSpPr>
        <p:spPr>
          <a:xfrm>
            <a:off x="8220416" y="1063388"/>
            <a:ext cx="1646000" cy="164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121914" marR="0" lvl="0" indent="-12191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6"/>
          <p:cNvSpPr>
            <a:spLocks noGrp="1"/>
          </p:cNvSpPr>
          <p:nvPr>
            <p:ph type="pic" idx="2"/>
          </p:nvPr>
        </p:nvSpPr>
        <p:spPr>
          <a:xfrm>
            <a:off x="8220416" y="1064577"/>
            <a:ext cx="1646000" cy="1644800"/>
          </a:xfrm>
          <a:prstGeom prst="ellipse">
            <a:avLst/>
          </a:prstGeom>
          <a:solidFill>
            <a:srgbClr val="BFBFB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16"/>
          <p:cNvSpPr>
            <a:spLocks noGrp="1"/>
          </p:cNvSpPr>
          <p:nvPr>
            <p:ph type="pic" idx="3"/>
          </p:nvPr>
        </p:nvSpPr>
        <p:spPr>
          <a:xfrm>
            <a:off x="2314387" y="1064577"/>
            <a:ext cx="1646000" cy="1644800"/>
          </a:xfrm>
          <a:prstGeom prst="ellipse">
            <a:avLst/>
          </a:prstGeom>
          <a:solidFill>
            <a:srgbClr val="BFBFB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16"/>
          <p:cNvSpPr txBox="1">
            <a:spLocks noGrp="1"/>
          </p:cNvSpPr>
          <p:nvPr>
            <p:ph type="ftr" idx="11"/>
          </p:nvPr>
        </p:nvSpPr>
        <p:spPr>
          <a:xfrm>
            <a:off x="538201" y="6300532"/>
            <a:ext cx="3733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6"/>
          <p:cNvSpPr txBox="1">
            <a:spLocks noGrp="1"/>
          </p:cNvSpPr>
          <p:nvPr>
            <p:ph type="body" idx="1"/>
          </p:nvPr>
        </p:nvSpPr>
        <p:spPr>
          <a:xfrm>
            <a:off x="698947" y="3257959"/>
            <a:ext cx="487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None/>
              <a:defRPr sz="2667" b="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16"/>
          <p:cNvSpPr txBox="1">
            <a:spLocks noGrp="1"/>
          </p:cNvSpPr>
          <p:nvPr>
            <p:ph type="body" idx="4"/>
          </p:nvPr>
        </p:nvSpPr>
        <p:spPr>
          <a:xfrm>
            <a:off x="698947" y="3911086"/>
            <a:ext cx="4876800" cy="523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2133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16"/>
          <p:cNvSpPr txBox="1">
            <a:spLocks noGrp="1"/>
          </p:cNvSpPr>
          <p:nvPr>
            <p:ph type="body" idx="5"/>
          </p:nvPr>
        </p:nvSpPr>
        <p:spPr>
          <a:xfrm>
            <a:off x="698947" y="4848390"/>
            <a:ext cx="4876800" cy="482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None/>
              <a:defRPr sz="1867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3" name="Google Shape;203;p16"/>
          <p:cNvSpPr txBox="1">
            <a:spLocks noGrp="1"/>
          </p:cNvSpPr>
          <p:nvPr>
            <p:ph type="body" idx="6"/>
          </p:nvPr>
        </p:nvSpPr>
        <p:spPr>
          <a:xfrm>
            <a:off x="6604976" y="3257959"/>
            <a:ext cx="487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None/>
              <a:defRPr sz="2667" b="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16"/>
          <p:cNvSpPr txBox="1">
            <a:spLocks noGrp="1"/>
          </p:cNvSpPr>
          <p:nvPr>
            <p:ph type="body" idx="7"/>
          </p:nvPr>
        </p:nvSpPr>
        <p:spPr>
          <a:xfrm>
            <a:off x="6604976" y="3911086"/>
            <a:ext cx="4876800" cy="523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2133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16"/>
          <p:cNvSpPr txBox="1">
            <a:spLocks noGrp="1"/>
          </p:cNvSpPr>
          <p:nvPr>
            <p:ph type="body" idx="8"/>
          </p:nvPr>
        </p:nvSpPr>
        <p:spPr>
          <a:xfrm>
            <a:off x="6604976" y="4848390"/>
            <a:ext cx="4876800" cy="482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None/>
              <a:defRPr sz="1867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206" name="Google Shape;206;p16"/>
          <p:cNvGrpSpPr/>
          <p:nvPr/>
        </p:nvGrpSpPr>
        <p:grpSpPr>
          <a:xfrm>
            <a:off x="2676431" y="3847497"/>
            <a:ext cx="921832" cy="24384"/>
            <a:chOff x="3842851" y="2453321"/>
            <a:chExt cx="691374" cy="18288"/>
          </a:xfrm>
        </p:grpSpPr>
        <p:sp>
          <p:nvSpPr>
            <p:cNvPr id="207" name="Google Shape;207;p16"/>
            <p:cNvSpPr/>
            <p:nvPr/>
          </p:nvSpPr>
          <p:spPr>
            <a:xfrm rot="-5400000">
              <a:off x="3948936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6"/>
            <p:cNvSpPr/>
            <p:nvPr/>
          </p:nvSpPr>
          <p:spPr>
            <a:xfrm rot="-5400000">
              <a:off x="4179394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6"/>
            <p:cNvSpPr/>
            <p:nvPr/>
          </p:nvSpPr>
          <p:spPr>
            <a:xfrm rot="-5400000">
              <a:off x="4409852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0" name="Google Shape;210;p16"/>
          <p:cNvGrpSpPr/>
          <p:nvPr/>
        </p:nvGrpSpPr>
        <p:grpSpPr>
          <a:xfrm>
            <a:off x="8582460" y="3847497"/>
            <a:ext cx="921832" cy="24384"/>
            <a:chOff x="3842851" y="2453321"/>
            <a:chExt cx="691374" cy="18288"/>
          </a:xfrm>
        </p:grpSpPr>
        <p:sp>
          <p:nvSpPr>
            <p:cNvPr id="211" name="Google Shape;211;p16"/>
            <p:cNvSpPr/>
            <p:nvPr/>
          </p:nvSpPr>
          <p:spPr>
            <a:xfrm rot="-5400000">
              <a:off x="3948936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6"/>
            <p:cNvSpPr/>
            <p:nvPr/>
          </p:nvSpPr>
          <p:spPr>
            <a:xfrm rot="-5400000">
              <a:off x="4179394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6"/>
            <p:cNvSpPr/>
            <p:nvPr/>
          </p:nvSpPr>
          <p:spPr>
            <a:xfrm rot="-5400000">
              <a:off x="4409852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4" name="Google Shape;214;p16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6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16" name="Google Shape;21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9251" y="6451376"/>
            <a:ext cx="190287" cy="132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4541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sonal Intro_Three">
  <p:cSld name="Personal Intro_Three">
    <p:bg>
      <p:bgPr>
        <a:solidFill>
          <a:schemeClr val="dk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7"/>
          <p:cNvPicPr preferRelativeResize="0"/>
          <p:nvPr/>
        </p:nvPicPr>
        <p:blipFill rotWithShape="1">
          <a:blip r:embed="rId2">
            <a:alphaModFix/>
          </a:blip>
          <a:srcRect l="-2040" r="-2050"/>
          <a:stretch/>
        </p:blipFill>
        <p:spPr>
          <a:xfrm>
            <a:off x="820934" y="563667"/>
            <a:ext cx="2817932" cy="265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42434" y="563667"/>
            <a:ext cx="2707135" cy="265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7"/>
          <p:cNvPicPr preferRelativeResize="0"/>
          <p:nvPr/>
        </p:nvPicPr>
        <p:blipFill rotWithShape="1">
          <a:blip r:embed="rId2">
            <a:alphaModFix/>
          </a:blip>
          <a:srcRect t="-999" b="-988"/>
          <a:stretch/>
        </p:blipFill>
        <p:spPr>
          <a:xfrm>
            <a:off x="8608517" y="537250"/>
            <a:ext cx="2707135" cy="270713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7"/>
          <p:cNvSpPr/>
          <p:nvPr/>
        </p:nvSpPr>
        <p:spPr>
          <a:xfrm>
            <a:off x="1406945" y="1063388"/>
            <a:ext cx="1646000" cy="164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121914" marR="0" lvl="0" indent="-12191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5273040" y="1063388"/>
            <a:ext cx="1646000" cy="164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121914" marR="0" lvl="0" indent="-12191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9139100" y="1063388"/>
            <a:ext cx="1646000" cy="164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121914" marR="0" lvl="0" indent="-12191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7"/>
          <p:cNvSpPr>
            <a:spLocks noGrp="1"/>
          </p:cNvSpPr>
          <p:nvPr>
            <p:ph type="pic" idx="2"/>
          </p:nvPr>
        </p:nvSpPr>
        <p:spPr>
          <a:xfrm>
            <a:off x="1406945" y="1064577"/>
            <a:ext cx="1646000" cy="1644800"/>
          </a:xfrm>
          <a:prstGeom prst="ellipse">
            <a:avLst/>
          </a:prstGeom>
          <a:solidFill>
            <a:srgbClr val="BFBFB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p17"/>
          <p:cNvSpPr>
            <a:spLocks noGrp="1"/>
          </p:cNvSpPr>
          <p:nvPr>
            <p:ph type="pic" idx="3"/>
          </p:nvPr>
        </p:nvSpPr>
        <p:spPr>
          <a:xfrm>
            <a:off x="9139100" y="1064577"/>
            <a:ext cx="1646000" cy="1644800"/>
          </a:xfrm>
          <a:prstGeom prst="ellipse">
            <a:avLst/>
          </a:prstGeom>
          <a:solidFill>
            <a:srgbClr val="BFBFB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17"/>
          <p:cNvSpPr>
            <a:spLocks noGrp="1"/>
          </p:cNvSpPr>
          <p:nvPr>
            <p:ph type="pic" idx="4"/>
          </p:nvPr>
        </p:nvSpPr>
        <p:spPr>
          <a:xfrm>
            <a:off x="5273040" y="1064577"/>
            <a:ext cx="1646000" cy="1644800"/>
          </a:xfrm>
          <a:prstGeom prst="ellipse">
            <a:avLst/>
          </a:prstGeom>
          <a:solidFill>
            <a:srgbClr val="BFBFB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17"/>
          <p:cNvSpPr txBox="1">
            <a:spLocks noGrp="1"/>
          </p:cNvSpPr>
          <p:nvPr>
            <p:ph type="body" idx="1"/>
          </p:nvPr>
        </p:nvSpPr>
        <p:spPr>
          <a:xfrm>
            <a:off x="538200" y="3257967"/>
            <a:ext cx="3377200" cy="5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None/>
              <a:defRPr sz="2667" b="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ctr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17"/>
          <p:cNvSpPr txBox="1">
            <a:spLocks noGrp="1"/>
          </p:cNvSpPr>
          <p:nvPr>
            <p:ph type="body" idx="5"/>
          </p:nvPr>
        </p:nvSpPr>
        <p:spPr>
          <a:xfrm>
            <a:off x="520505" y="3911100"/>
            <a:ext cx="34188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2133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ctr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17"/>
          <p:cNvSpPr txBox="1">
            <a:spLocks noGrp="1"/>
          </p:cNvSpPr>
          <p:nvPr>
            <p:ph type="body" idx="6"/>
          </p:nvPr>
        </p:nvSpPr>
        <p:spPr>
          <a:xfrm>
            <a:off x="520505" y="4848400"/>
            <a:ext cx="34188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None/>
              <a:defRPr sz="1867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ctr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17"/>
          <p:cNvSpPr txBox="1">
            <a:spLocks noGrp="1"/>
          </p:cNvSpPr>
          <p:nvPr>
            <p:ph type="body" idx="7"/>
          </p:nvPr>
        </p:nvSpPr>
        <p:spPr>
          <a:xfrm>
            <a:off x="4400000" y="3257967"/>
            <a:ext cx="3418800" cy="5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None/>
              <a:defRPr sz="2667" b="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ctr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17"/>
          <p:cNvSpPr txBox="1">
            <a:spLocks noGrp="1"/>
          </p:cNvSpPr>
          <p:nvPr>
            <p:ph type="body" idx="8"/>
          </p:nvPr>
        </p:nvSpPr>
        <p:spPr>
          <a:xfrm>
            <a:off x="4400000" y="3911100"/>
            <a:ext cx="3418800" cy="4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2133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ctr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17"/>
          <p:cNvSpPr txBox="1">
            <a:spLocks noGrp="1"/>
          </p:cNvSpPr>
          <p:nvPr>
            <p:ph type="body" idx="9"/>
          </p:nvPr>
        </p:nvSpPr>
        <p:spPr>
          <a:xfrm>
            <a:off x="4400000" y="4848400"/>
            <a:ext cx="34188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None/>
              <a:defRPr sz="1867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ctr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17"/>
          <p:cNvSpPr txBox="1">
            <a:spLocks noGrp="1"/>
          </p:cNvSpPr>
          <p:nvPr>
            <p:ph type="body" idx="13"/>
          </p:nvPr>
        </p:nvSpPr>
        <p:spPr>
          <a:xfrm>
            <a:off x="8284700" y="3257967"/>
            <a:ext cx="3354800" cy="5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None/>
              <a:defRPr sz="2667" b="0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ctr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17"/>
          <p:cNvSpPr txBox="1">
            <a:spLocks noGrp="1"/>
          </p:cNvSpPr>
          <p:nvPr>
            <p:ph type="body" idx="14"/>
          </p:nvPr>
        </p:nvSpPr>
        <p:spPr>
          <a:xfrm>
            <a:off x="8284700" y="3911100"/>
            <a:ext cx="3354800" cy="4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2133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ctr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5" name="Google Shape;235;p17"/>
          <p:cNvSpPr txBox="1">
            <a:spLocks noGrp="1"/>
          </p:cNvSpPr>
          <p:nvPr>
            <p:ph type="body" idx="15"/>
          </p:nvPr>
        </p:nvSpPr>
        <p:spPr>
          <a:xfrm>
            <a:off x="8273500" y="4848400"/>
            <a:ext cx="33772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None/>
              <a:defRPr sz="1867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ctr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236" name="Google Shape;236;p17"/>
          <p:cNvGrpSpPr/>
          <p:nvPr/>
        </p:nvGrpSpPr>
        <p:grpSpPr>
          <a:xfrm>
            <a:off x="1768989" y="3847497"/>
            <a:ext cx="921832" cy="24384"/>
            <a:chOff x="3842851" y="2453321"/>
            <a:chExt cx="691374" cy="18288"/>
          </a:xfrm>
        </p:grpSpPr>
        <p:sp>
          <p:nvSpPr>
            <p:cNvPr id="237" name="Google Shape;237;p17"/>
            <p:cNvSpPr/>
            <p:nvPr/>
          </p:nvSpPr>
          <p:spPr>
            <a:xfrm rot="-5400000">
              <a:off x="3948936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7"/>
            <p:cNvSpPr/>
            <p:nvPr/>
          </p:nvSpPr>
          <p:spPr>
            <a:xfrm rot="-5400000">
              <a:off x="4179394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7"/>
            <p:cNvSpPr/>
            <p:nvPr/>
          </p:nvSpPr>
          <p:spPr>
            <a:xfrm rot="-5400000">
              <a:off x="4409852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" name="Google Shape;240;p17"/>
          <p:cNvGrpSpPr/>
          <p:nvPr/>
        </p:nvGrpSpPr>
        <p:grpSpPr>
          <a:xfrm>
            <a:off x="5635084" y="3847497"/>
            <a:ext cx="921832" cy="24384"/>
            <a:chOff x="3842851" y="2453321"/>
            <a:chExt cx="691374" cy="18288"/>
          </a:xfrm>
        </p:grpSpPr>
        <p:sp>
          <p:nvSpPr>
            <p:cNvPr id="241" name="Google Shape;241;p17"/>
            <p:cNvSpPr/>
            <p:nvPr/>
          </p:nvSpPr>
          <p:spPr>
            <a:xfrm rot="-5400000">
              <a:off x="3948936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7"/>
            <p:cNvSpPr/>
            <p:nvPr/>
          </p:nvSpPr>
          <p:spPr>
            <a:xfrm rot="-5400000">
              <a:off x="4179394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7"/>
            <p:cNvSpPr/>
            <p:nvPr/>
          </p:nvSpPr>
          <p:spPr>
            <a:xfrm rot="-5400000">
              <a:off x="4409852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4" name="Google Shape;244;p17"/>
          <p:cNvGrpSpPr/>
          <p:nvPr/>
        </p:nvGrpSpPr>
        <p:grpSpPr>
          <a:xfrm>
            <a:off x="9501184" y="3847497"/>
            <a:ext cx="921832" cy="24384"/>
            <a:chOff x="3842851" y="2453321"/>
            <a:chExt cx="691374" cy="18288"/>
          </a:xfrm>
        </p:grpSpPr>
        <p:sp>
          <p:nvSpPr>
            <p:cNvPr id="245" name="Google Shape;245;p17"/>
            <p:cNvSpPr/>
            <p:nvPr/>
          </p:nvSpPr>
          <p:spPr>
            <a:xfrm rot="-5400000">
              <a:off x="3948936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7"/>
            <p:cNvSpPr/>
            <p:nvPr/>
          </p:nvSpPr>
          <p:spPr>
            <a:xfrm rot="-5400000">
              <a:off x="4179394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7"/>
            <p:cNvSpPr/>
            <p:nvPr/>
          </p:nvSpPr>
          <p:spPr>
            <a:xfrm rot="-5400000">
              <a:off x="4409852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8" name="Google Shape;248;p17"/>
          <p:cNvSpPr txBox="1">
            <a:spLocks noGrp="1"/>
          </p:cNvSpPr>
          <p:nvPr>
            <p:ph type="ftr" idx="11"/>
          </p:nvPr>
        </p:nvSpPr>
        <p:spPr>
          <a:xfrm>
            <a:off x="526767" y="6300533"/>
            <a:ext cx="37444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9C9C9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17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7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51" name="Google Shape;25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9251" y="6451376"/>
            <a:ext cx="190287" cy="132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1374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sonal Intro_Four">
  <p:cSld name="Personal Intro_Four">
    <p:bg>
      <p:bgPr>
        <a:solidFill>
          <a:schemeClr val="dk1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8"/>
          <p:cNvPicPr preferRelativeResize="0"/>
          <p:nvPr/>
        </p:nvPicPr>
        <p:blipFill rotWithShape="1">
          <a:blip r:embed="rId2">
            <a:alphaModFix/>
          </a:blip>
          <a:srcRect l="-2399" t="-3441" r="-2399" b="-3440"/>
          <a:stretch/>
        </p:blipFill>
        <p:spPr>
          <a:xfrm>
            <a:off x="6297901" y="3759500"/>
            <a:ext cx="2365932" cy="2365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8"/>
          <p:cNvPicPr preferRelativeResize="0"/>
          <p:nvPr/>
        </p:nvPicPr>
        <p:blipFill rotWithShape="1">
          <a:blip r:embed="rId2">
            <a:alphaModFix/>
          </a:blip>
          <a:srcRect l="-2399" t="-3441" r="-2399" b="-3440"/>
          <a:stretch/>
        </p:blipFill>
        <p:spPr>
          <a:xfrm>
            <a:off x="406567" y="3759500"/>
            <a:ext cx="2365932" cy="2365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8"/>
          <p:cNvPicPr preferRelativeResize="0"/>
          <p:nvPr/>
        </p:nvPicPr>
        <p:blipFill rotWithShape="1">
          <a:blip r:embed="rId2">
            <a:alphaModFix/>
          </a:blip>
          <a:srcRect l="-2399" t="-3441" r="-2399" b="-3440"/>
          <a:stretch/>
        </p:blipFill>
        <p:spPr>
          <a:xfrm>
            <a:off x="6297901" y="457500"/>
            <a:ext cx="2365932" cy="2365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8"/>
          <p:cNvPicPr preferRelativeResize="0"/>
          <p:nvPr/>
        </p:nvPicPr>
        <p:blipFill rotWithShape="1">
          <a:blip r:embed="rId2">
            <a:alphaModFix/>
          </a:blip>
          <a:srcRect l="-2399" t="-3441" r="-2399" b="-3440"/>
          <a:stretch/>
        </p:blipFill>
        <p:spPr>
          <a:xfrm>
            <a:off x="406567" y="457500"/>
            <a:ext cx="2365932" cy="2365933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8"/>
          <p:cNvSpPr/>
          <p:nvPr/>
        </p:nvSpPr>
        <p:spPr>
          <a:xfrm>
            <a:off x="906844" y="969148"/>
            <a:ext cx="1341200" cy="13412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121914" marR="0" lvl="0" indent="-12191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6810257" y="969148"/>
            <a:ext cx="1341200" cy="13412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121914" marR="0" lvl="0" indent="-12191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906844" y="4261235"/>
            <a:ext cx="1341200" cy="13412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121914" marR="0" lvl="0" indent="-12191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6810257" y="4261235"/>
            <a:ext cx="1341200" cy="13412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121914" marR="0" lvl="0" indent="-12191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8"/>
          <p:cNvSpPr>
            <a:spLocks noGrp="1"/>
          </p:cNvSpPr>
          <p:nvPr>
            <p:ph type="pic" idx="2"/>
          </p:nvPr>
        </p:nvSpPr>
        <p:spPr>
          <a:xfrm>
            <a:off x="906844" y="970117"/>
            <a:ext cx="1341200" cy="1340000"/>
          </a:xfrm>
          <a:prstGeom prst="ellipse">
            <a:avLst/>
          </a:prstGeom>
          <a:solidFill>
            <a:srgbClr val="BFBFB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p18"/>
          <p:cNvSpPr>
            <a:spLocks noGrp="1"/>
          </p:cNvSpPr>
          <p:nvPr>
            <p:ph type="pic" idx="3"/>
          </p:nvPr>
        </p:nvSpPr>
        <p:spPr>
          <a:xfrm>
            <a:off x="906844" y="4262204"/>
            <a:ext cx="1341200" cy="1340000"/>
          </a:xfrm>
          <a:prstGeom prst="ellipse">
            <a:avLst/>
          </a:prstGeom>
          <a:solidFill>
            <a:srgbClr val="BFBFB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18"/>
          <p:cNvSpPr>
            <a:spLocks noGrp="1"/>
          </p:cNvSpPr>
          <p:nvPr>
            <p:ph type="pic" idx="4"/>
          </p:nvPr>
        </p:nvSpPr>
        <p:spPr>
          <a:xfrm>
            <a:off x="6810257" y="970117"/>
            <a:ext cx="1341200" cy="1340000"/>
          </a:xfrm>
          <a:prstGeom prst="ellipse">
            <a:avLst/>
          </a:prstGeom>
          <a:solidFill>
            <a:srgbClr val="BFBFB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8"/>
          <p:cNvSpPr txBox="1">
            <a:spLocks noGrp="1"/>
          </p:cNvSpPr>
          <p:nvPr>
            <p:ph type="body" idx="1"/>
          </p:nvPr>
        </p:nvSpPr>
        <p:spPr>
          <a:xfrm>
            <a:off x="2772485" y="1012195"/>
            <a:ext cx="3657600" cy="5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None/>
              <a:defRPr sz="2667" b="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5" name="Google Shape;265;p18"/>
          <p:cNvSpPr txBox="1">
            <a:spLocks noGrp="1"/>
          </p:cNvSpPr>
          <p:nvPr>
            <p:ph type="body" idx="5"/>
          </p:nvPr>
        </p:nvSpPr>
        <p:spPr>
          <a:xfrm>
            <a:off x="2772485" y="1673219"/>
            <a:ext cx="3657600" cy="4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2133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6" name="Google Shape;266;p18"/>
          <p:cNvSpPr txBox="1">
            <a:spLocks noGrp="1"/>
          </p:cNvSpPr>
          <p:nvPr>
            <p:ph type="body" idx="6"/>
          </p:nvPr>
        </p:nvSpPr>
        <p:spPr>
          <a:xfrm>
            <a:off x="2772485" y="2441997"/>
            <a:ext cx="3657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60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7" name="Google Shape;267;p18"/>
          <p:cNvSpPr txBox="1">
            <a:spLocks noGrp="1"/>
          </p:cNvSpPr>
          <p:nvPr>
            <p:ph type="body" idx="7"/>
          </p:nvPr>
        </p:nvSpPr>
        <p:spPr>
          <a:xfrm>
            <a:off x="2772485" y="4326667"/>
            <a:ext cx="3657600" cy="5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None/>
              <a:defRPr sz="2667" b="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8" name="Google Shape;268;p18"/>
          <p:cNvSpPr txBox="1">
            <a:spLocks noGrp="1"/>
          </p:cNvSpPr>
          <p:nvPr>
            <p:ph type="body" idx="8"/>
          </p:nvPr>
        </p:nvSpPr>
        <p:spPr>
          <a:xfrm>
            <a:off x="2772485" y="4966275"/>
            <a:ext cx="3657600" cy="4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2133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18"/>
          <p:cNvSpPr txBox="1">
            <a:spLocks noGrp="1"/>
          </p:cNvSpPr>
          <p:nvPr>
            <p:ph type="body" idx="9"/>
          </p:nvPr>
        </p:nvSpPr>
        <p:spPr>
          <a:xfrm>
            <a:off x="2772485" y="5403236"/>
            <a:ext cx="3657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60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0" name="Google Shape;270;p18"/>
          <p:cNvSpPr txBox="1">
            <a:spLocks noGrp="1"/>
          </p:cNvSpPr>
          <p:nvPr>
            <p:ph type="body" idx="13"/>
          </p:nvPr>
        </p:nvSpPr>
        <p:spPr>
          <a:xfrm>
            <a:off x="8574299" y="1033611"/>
            <a:ext cx="3657600" cy="5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None/>
              <a:defRPr sz="2667" b="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1" name="Google Shape;271;p18"/>
          <p:cNvSpPr txBox="1">
            <a:spLocks noGrp="1"/>
          </p:cNvSpPr>
          <p:nvPr>
            <p:ph type="body" idx="14"/>
          </p:nvPr>
        </p:nvSpPr>
        <p:spPr>
          <a:xfrm>
            <a:off x="8574299" y="1673219"/>
            <a:ext cx="3657600" cy="4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2133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18"/>
          <p:cNvSpPr txBox="1">
            <a:spLocks noGrp="1"/>
          </p:cNvSpPr>
          <p:nvPr>
            <p:ph type="body" idx="15"/>
          </p:nvPr>
        </p:nvSpPr>
        <p:spPr>
          <a:xfrm>
            <a:off x="8574299" y="2607097"/>
            <a:ext cx="3657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60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" name="Google Shape;273;p18"/>
          <p:cNvSpPr>
            <a:spLocks noGrp="1"/>
          </p:cNvSpPr>
          <p:nvPr>
            <p:ph type="pic" idx="16"/>
          </p:nvPr>
        </p:nvSpPr>
        <p:spPr>
          <a:xfrm>
            <a:off x="6810257" y="4262204"/>
            <a:ext cx="1341200" cy="1340000"/>
          </a:xfrm>
          <a:prstGeom prst="ellipse">
            <a:avLst/>
          </a:prstGeom>
          <a:solidFill>
            <a:srgbClr val="BFBFB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p18"/>
          <p:cNvSpPr txBox="1">
            <a:spLocks noGrp="1"/>
          </p:cNvSpPr>
          <p:nvPr>
            <p:ph type="body" idx="17"/>
          </p:nvPr>
        </p:nvSpPr>
        <p:spPr>
          <a:xfrm>
            <a:off x="8574299" y="4326667"/>
            <a:ext cx="3657600" cy="5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Arial"/>
              <a:buNone/>
              <a:defRPr sz="2667" b="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5" name="Google Shape;275;p18"/>
          <p:cNvSpPr txBox="1">
            <a:spLocks noGrp="1"/>
          </p:cNvSpPr>
          <p:nvPr>
            <p:ph type="body" idx="18"/>
          </p:nvPr>
        </p:nvSpPr>
        <p:spPr>
          <a:xfrm>
            <a:off x="8574299" y="4966275"/>
            <a:ext cx="3657600" cy="4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Arial"/>
              <a:buNone/>
              <a:defRPr sz="2133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6" name="Google Shape;276;p18"/>
          <p:cNvSpPr txBox="1">
            <a:spLocks noGrp="1"/>
          </p:cNvSpPr>
          <p:nvPr>
            <p:ph type="body" idx="19"/>
          </p:nvPr>
        </p:nvSpPr>
        <p:spPr>
          <a:xfrm>
            <a:off x="8574299" y="5403236"/>
            <a:ext cx="3657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60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277" name="Google Shape;277;p18"/>
          <p:cNvGrpSpPr/>
          <p:nvPr/>
        </p:nvGrpSpPr>
        <p:grpSpPr>
          <a:xfrm>
            <a:off x="3113220" y="1541765"/>
            <a:ext cx="921832" cy="24384"/>
            <a:chOff x="3842851" y="2453321"/>
            <a:chExt cx="691374" cy="18288"/>
          </a:xfrm>
        </p:grpSpPr>
        <p:sp>
          <p:nvSpPr>
            <p:cNvPr id="278" name="Google Shape;278;p18"/>
            <p:cNvSpPr/>
            <p:nvPr/>
          </p:nvSpPr>
          <p:spPr>
            <a:xfrm rot="-5400000">
              <a:off x="3948936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21917" marR="0" lvl="0" indent="-12191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8"/>
            <p:cNvSpPr/>
            <p:nvPr/>
          </p:nvSpPr>
          <p:spPr>
            <a:xfrm rot="-5400000">
              <a:off x="4179394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21917" marR="0" lvl="0" indent="-12191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18"/>
            <p:cNvSpPr/>
            <p:nvPr/>
          </p:nvSpPr>
          <p:spPr>
            <a:xfrm rot="-5400000">
              <a:off x="4409852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21917" marR="0" lvl="0" indent="-12191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1" name="Google Shape;281;p18"/>
          <p:cNvGrpSpPr/>
          <p:nvPr/>
        </p:nvGrpSpPr>
        <p:grpSpPr>
          <a:xfrm>
            <a:off x="3113220" y="4834821"/>
            <a:ext cx="921832" cy="24384"/>
            <a:chOff x="3842851" y="2453321"/>
            <a:chExt cx="691374" cy="18288"/>
          </a:xfrm>
        </p:grpSpPr>
        <p:sp>
          <p:nvSpPr>
            <p:cNvPr id="282" name="Google Shape;282;p18"/>
            <p:cNvSpPr/>
            <p:nvPr/>
          </p:nvSpPr>
          <p:spPr>
            <a:xfrm rot="-5400000">
              <a:off x="3948936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21917" marR="0" lvl="0" indent="-12191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8"/>
            <p:cNvSpPr/>
            <p:nvPr/>
          </p:nvSpPr>
          <p:spPr>
            <a:xfrm rot="-5400000">
              <a:off x="4179394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21917" marR="0" lvl="0" indent="-12191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8"/>
            <p:cNvSpPr/>
            <p:nvPr/>
          </p:nvSpPr>
          <p:spPr>
            <a:xfrm rot="-5400000">
              <a:off x="4409852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21917" marR="0" lvl="0" indent="-12191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5" name="Google Shape;285;p18"/>
          <p:cNvGrpSpPr/>
          <p:nvPr/>
        </p:nvGrpSpPr>
        <p:grpSpPr>
          <a:xfrm>
            <a:off x="9016633" y="1541765"/>
            <a:ext cx="921832" cy="24384"/>
            <a:chOff x="3842851" y="2453321"/>
            <a:chExt cx="691374" cy="18288"/>
          </a:xfrm>
        </p:grpSpPr>
        <p:sp>
          <p:nvSpPr>
            <p:cNvPr id="286" name="Google Shape;286;p18"/>
            <p:cNvSpPr/>
            <p:nvPr/>
          </p:nvSpPr>
          <p:spPr>
            <a:xfrm rot="-5400000">
              <a:off x="3948936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21917" marR="0" lvl="0" indent="-12191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8"/>
            <p:cNvSpPr/>
            <p:nvPr/>
          </p:nvSpPr>
          <p:spPr>
            <a:xfrm rot="-5400000">
              <a:off x="4179394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21917" marR="0" lvl="0" indent="-12191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18"/>
            <p:cNvSpPr/>
            <p:nvPr/>
          </p:nvSpPr>
          <p:spPr>
            <a:xfrm rot="-5400000">
              <a:off x="4409852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21917" marR="0" lvl="0" indent="-12191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9" name="Google Shape;289;p18"/>
          <p:cNvGrpSpPr/>
          <p:nvPr/>
        </p:nvGrpSpPr>
        <p:grpSpPr>
          <a:xfrm>
            <a:off x="9016633" y="4834821"/>
            <a:ext cx="921832" cy="24384"/>
            <a:chOff x="3842851" y="2453321"/>
            <a:chExt cx="691374" cy="18288"/>
          </a:xfrm>
        </p:grpSpPr>
        <p:sp>
          <p:nvSpPr>
            <p:cNvPr id="290" name="Google Shape;290;p18"/>
            <p:cNvSpPr/>
            <p:nvPr/>
          </p:nvSpPr>
          <p:spPr>
            <a:xfrm rot="-5400000">
              <a:off x="3948936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21917" marR="0" lvl="0" indent="-12191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8"/>
            <p:cNvSpPr/>
            <p:nvPr/>
          </p:nvSpPr>
          <p:spPr>
            <a:xfrm rot="-5400000">
              <a:off x="4179394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21917" marR="0" lvl="0" indent="-12191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8"/>
            <p:cNvSpPr/>
            <p:nvPr/>
          </p:nvSpPr>
          <p:spPr>
            <a:xfrm rot="-5400000">
              <a:off x="4409852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21917" marR="0" lvl="0" indent="-12191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3" name="Google Shape;293;p18"/>
          <p:cNvSpPr txBox="1">
            <a:spLocks noGrp="1"/>
          </p:cNvSpPr>
          <p:nvPr>
            <p:ph type="ftr" idx="11"/>
          </p:nvPr>
        </p:nvSpPr>
        <p:spPr>
          <a:xfrm>
            <a:off x="526767" y="6300533"/>
            <a:ext cx="37444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9C9C9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18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8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96" name="Google Shape;29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9251" y="6451376"/>
            <a:ext cx="190287" cy="132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9625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-Light">
  <p:cSld name="Section Title-Light">
    <p:bg>
      <p:bgPr>
        <a:solidFill>
          <a:schemeClr val="lt1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9"/>
          <p:cNvSpPr txBox="1">
            <a:spLocks noGrp="1"/>
          </p:cNvSpPr>
          <p:nvPr>
            <p:ph type="ctrTitle"/>
          </p:nvPr>
        </p:nvSpPr>
        <p:spPr>
          <a:xfrm>
            <a:off x="538200" y="537633"/>
            <a:ext cx="3377600" cy="57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 ExtraBold"/>
              <a:buNone/>
              <a:defRPr sz="6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 ExtraBold"/>
              <a:buNone/>
              <a:defRPr sz="6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 ExtraBold"/>
              <a:buNone/>
              <a:defRPr sz="6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 ExtraBold"/>
              <a:buNone/>
              <a:defRPr sz="6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 ExtraBold"/>
              <a:buNone/>
              <a:defRPr sz="6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 ExtraBold"/>
              <a:buNone/>
              <a:defRPr sz="6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 ExtraBold"/>
              <a:buNone/>
              <a:defRPr sz="6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 ExtraBold"/>
              <a:buNone/>
              <a:defRPr sz="6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 ExtraBold"/>
              <a:buNone/>
              <a:defRPr sz="6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299" name="Google Shape;299;p19"/>
          <p:cNvSpPr txBox="1">
            <a:spLocks noGrp="1"/>
          </p:cNvSpPr>
          <p:nvPr>
            <p:ph type="subTitle" idx="1"/>
          </p:nvPr>
        </p:nvSpPr>
        <p:spPr>
          <a:xfrm>
            <a:off x="4373033" y="537633"/>
            <a:ext cx="6980800" cy="57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‒"/>
              <a:defRPr sz="3200"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3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3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3200"/>
            </a:lvl6pPr>
            <a:lvl7pPr lvl="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3200"/>
            </a:lvl7pPr>
            <a:lvl8pPr lvl="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3200"/>
            </a:lvl8pPr>
            <a:lvl9pPr lvl="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3200"/>
            </a:lvl9pPr>
          </a:lstStyle>
          <a:p>
            <a:endParaRPr/>
          </a:p>
        </p:txBody>
      </p:sp>
      <p:sp>
        <p:nvSpPr>
          <p:cNvPr id="300" name="Google Shape;300;p19"/>
          <p:cNvSpPr txBox="1">
            <a:spLocks noGrp="1"/>
          </p:cNvSpPr>
          <p:nvPr>
            <p:ph type="ftr" idx="11"/>
          </p:nvPr>
        </p:nvSpPr>
        <p:spPr>
          <a:xfrm>
            <a:off x="526767" y="6300533"/>
            <a:ext cx="37444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19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3350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-2">
  <p:cSld name="Section Title-2">
    <p:bg>
      <p:bgPr>
        <a:solidFill>
          <a:schemeClr val="dk1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0"/>
          <p:cNvSpPr txBox="1">
            <a:spLocks noGrp="1"/>
          </p:cNvSpPr>
          <p:nvPr>
            <p:ph type="ctrTitle"/>
          </p:nvPr>
        </p:nvSpPr>
        <p:spPr>
          <a:xfrm>
            <a:off x="538200" y="1734600"/>
            <a:ext cx="11104800" cy="2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3733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20"/>
          <p:cNvSpPr txBox="1">
            <a:spLocks noGrp="1"/>
          </p:cNvSpPr>
          <p:nvPr>
            <p:ph type="subTitle" idx="1"/>
          </p:nvPr>
        </p:nvSpPr>
        <p:spPr>
          <a:xfrm>
            <a:off x="526767" y="4167567"/>
            <a:ext cx="111048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‒"/>
              <a:defRPr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5" name="Google Shape;305;p20"/>
          <p:cNvSpPr txBox="1">
            <a:spLocks noGrp="1"/>
          </p:cNvSpPr>
          <p:nvPr>
            <p:ph type="ftr" idx="11"/>
          </p:nvPr>
        </p:nvSpPr>
        <p:spPr>
          <a:xfrm>
            <a:off x="526767" y="6300533"/>
            <a:ext cx="37444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9C9C9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20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0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08" name="Google Shape;308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9251" y="6451376"/>
            <a:ext cx="190287" cy="132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654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-Left Align-2">
  <p:cSld name="Title and Content-Left Align-2">
    <p:bg>
      <p:bgPr>
        <a:solidFill>
          <a:schemeClr val="dk1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"/>
          <p:cNvSpPr txBox="1">
            <a:spLocks noGrp="1"/>
          </p:cNvSpPr>
          <p:nvPr>
            <p:ph type="body" idx="1"/>
          </p:nvPr>
        </p:nvSpPr>
        <p:spPr>
          <a:xfrm>
            <a:off x="536200" y="1660467"/>
            <a:ext cx="11095200" cy="45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667">
                <a:solidFill>
                  <a:schemeClr val="lt1"/>
                </a:solidFill>
              </a:defRPr>
            </a:lvl1pPr>
            <a:lvl2pPr marL="1219170" lvl="1" indent="-44025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‒"/>
              <a:defRPr sz="2133">
                <a:solidFill>
                  <a:schemeClr val="lt1"/>
                </a:solidFill>
              </a:defRPr>
            </a:lvl2pPr>
            <a:lvl3pPr marL="1828754" lvl="2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▪"/>
              <a:defRPr sz="1867">
                <a:solidFill>
                  <a:schemeClr val="lt1"/>
                </a:solidFill>
              </a:defRPr>
            </a:lvl3pPr>
            <a:lvl4pPr marL="2438339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o"/>
              <a:defRPr sz="1600">
                <a:solidFill>
                  <a:schemeClr val="lt1"/>
                </a:solidFill>
              </a:defRPr>
            </a:lvl4pPr>
            <a:lvl5pPr marL="3047924" lvl="4" indent="-3979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◆"/>
              <a:defRPr sz="1467">
                <a:solidFill>
                  <a:schemeClr val="lt1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1" name="Google Shape;311;p21"/>
          <p:cNvSpPr txBox="1">
            <a:spLocks noGrp="1"/>
          </p:cNvSpPr>
          <p:nvPr>
            <p:ph type="title"/>
          </p:nvPr>
        </p:nvSpPr>
        <p:spPr>
          <a:xfrm>
            <a:off x="538200" y="538636"/>
            <a:ext cx="11018800" cy="7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1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733200" cy="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21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14" name="Google Shape;314;p21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9251" y="6451376"/>
            <a:ext cx="190287" cy="132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0964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 Content">
  <p:cSld name="Title and Two Column Content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2"/>
          <p:cNvSpPr txBox="1">
            <a:spLocks noGrp="1"/>
          </p:cNvSpPr>
          <p:nvPr>
            <p:ph type="body" idx="1"/>
          </p:nvPr>
        </p:nvSpPr>
        <p:spPr>
          <a:xfrm>
            <a:off x="538200" y="1660467"/>
            <a:ext cx="5289600" cy="46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2400">
                <a:solidFill>
                  <a:schemeClr val="dk1"/>
                </a:solidFill>
              </a:defRPr>
            </a:lvl1pPr>
            <a:lvl2pPr marL="121917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‒"/>
              <a:defRPr sz="1867">
                <a:solidFill>
                  <a:schemeClr val="dk1"/>
                </a:solidFill>
              </a:defRPr>
            </a:lvl2pPr>
            <a:lvl3pPr marL="1828754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600">
                <a:solidFill>
                  <a:schemeClr val="dk1"/>
                </a:solidFill>
              </a:defRPr>
            </a:lvl3pPr>
            <a:lvl4pPr marL="2438339" lvl="3" indent="-3979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o"/>
              <a:defRPr sz="1467">
                <a:solidFill>
                  <a:schemeClr val="dk1"/>
                </a:solidFill>
              </a:defRPr>
            </a:lvl4pPr>
            <a:lvl5pPr marL="3047924" lvl="4" indent="-3979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◆"/>
              <a:defRPr sz="1467">
                <a:solidFill>
                  <a:schemeClr val="dk1"/>
                </a:solidFill>
              </a:defRPr>
            </a:lvl5pPr>
            <a:lvl6pPr marL="3657509" lvl="5" indent="-38945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marL="4267093" lvl="6" indent="-372524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7pPr>
            <a:lvl8pPr marL="4876678" lvl="7" indent="-372524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8pPr>
            <a:lvl9pPr marL="5486263" lvl="8" indent="-372524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318" name="Google Shape;318;p22"/>
          <p:cNvSpPr txBox="1">
            <a:spLocks noGrp="1"/>
          </p:cNvSpPr>
          <p:nvPr>
            <p:ph type="title"/>
          </p:nvPr>
        </p:nvSpPr>
        <p:spPr>
          <a:xfrm>
            <a:off x="538200" y="538633"/>
            <a:ext cx="11093200" cy="7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22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733200" cy="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9C9C9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22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21" name="Google Shape;321;p22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2"/>
          <p:cNvSpPr txBox="1">
            <a:spLocks noGrp="1"/>
          </p:cNvSpPr>
          <p:nvPr>
            <p:ph type="body" idx="2"/>
          </p:nvPr>
        </p:nvSpPr>
        <p:spPr>
          <a:xfrm>
            <a:off x="6341967" y="1660467"/>
            <a:ext cx="5289600" cy="46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2400">
                <a:solidFill>
                  <a:schemeClr val="dk1"/>
                </a:solidFill>
              </a:defRPr>
            </a:lvl1pPr>
            <a:lvl2pPr marL="121917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‒"/>
              <a:defRPr sz="1867">
                <a:solidFill>
                  <a:schemeClr val="dk1"/>
                </a:solidFill>
              </a:defRPr>
            </a:lvl2pPr>
            <a:lvl3pPr marL="1828754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600">
                <a:solidFill>
                  <a:schemeClr val="dk1"/>
                </a:solidFill>
              </a:defRPr>
            </a:lvl3pPr>
            <a:lvl4pPr marL="2438339" lvl="3" indent="-3979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o"/>
              <a:defRPr sz="1467">
                <a:solidFill>
                  <a:schemeClr val="dk1"/>
                </a:solidFill>
              </a:defRPr>
            </a:lvl4pPr>
            <a:lvl5pPr marL="3047924" lvl="4" indent="-3979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◆"/>
              <a:defRPr sz="1467">
                <a:solidFill>
                  <a:schemeClr val="dk1"/>
                </a:solidFill>
              </a:defRPr>
            </a:lvl5pPr>
            <a:lvl6pPr marL="3657509" lvl="5" indent="-38945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marL="4267093" lvl="6" indent="-372524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7pPr>
            <a:lvl8pPr marL="4876678" lvl="7" indent="-372524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8pPr>
            <a:lvl9pPr marL="5486263" lvl="8" indent="-372524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683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mparison">
  <p:cSld name="Title and Comparison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3"/>
          <p:cNvSpPr txBox="1">
            <a:spLocks noGrp="1"/>
          </p:cNvSpPr>
          <p:nvPr>
            <p:ph type="body" idx="1"/>
          </p:nvPr>
        </p:nvSpPr>
        <p:spPr>
          <a:xfrm>
            <a:off x="538200" y="1660467"/>
            <a:ext cx="5312000" cy="5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2400" b="0">
                <a:solidFill>
                  <a:schemeClr val="accen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2pPr>
            <a:lvl3pPr marL="1828754" lvl="2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5" name="Google Shape;325;p23"/>
          <p:cNvSpPr txBox="1">
            <a:spLocks noGrp="1"/>
          </p:cNvSpPr>
          <p:nvPr>
            <p:ph type="body" idx="2"/>
          </p:nvPr>
        </p:nvSpPr>
        <p:spPr>
          <a:xfrm>
            <a:off x="6352333" y="2716133"/>
            <a:ext cx="5271200" cy="3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2133">
                <a:solidFill>
                  <a:schemeClr val="dk1"/>
                </a:solidFill>
              </a:defRPr>
            </a:lvl1pPr>
            <a:lvl2pPr marL="121917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‒"/>
              <a:defRPr sz="1867">
                <a:solidFill>
                  <a:schemeClr val="dk1"/>
                </a:solidFill>
              </a:defRPr>
            </a:lvl2pPr>
            <a:lvl3pPr marL="1828754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600">
                <a:solidFill>
                  <a:schemeClr val="dk1"/>
                </a:solidFill>
              </a:defRPr>
            </a:lvl3pPr>
            <a:lvl4pPr marL="2438339" lvl="3" indent="-3979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o"/>
              <a:defRPr sz="1467">
                <a:solidFill>
                  <a:schemeClr val="dk1"/>
                </a:solidFill>
              </a:defRPr>
            </a:lvl4pPr>
            <a:lvl5pPr marL="3047924" lvl="4" indent="-3979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◆"/>
              <a:defRPr sz="1467">
                <a:solidFill>
                  <a:schemeClr val="dk1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6" name="Google Shape;326;p23"/>
          <p:cNvSpPr txBox="1">
            <a:spLocks noGrp="1"/>
          </p:cNvSpPr>
          <p:nvPr>
            <p:ph type="body" idx="3"/>
          </p:nvPr>
        </p:nvSpPr>
        <p:spPr>
          <a:xfrm>
            <a:off x="6352333" y="1660600"/>
            <a:ext cx="5271200" cy="5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2400" b="0">
                <a:solidFill>
                  <a:schemeClr val="accent1"/>
                </a:solidFill>
              </a:defRPr>
            </a:lvl1pPr>
            <a:lvl2pPr marL="1219170" lvl="1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‒"/>
              <a:defRPr/>
            </a:lvl2pPr>
            <a:lvl3pPr marL="1828754" lvl="2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7" name="Google Shape;327;p23"/>
          <p:cNvSpPr txBox="1">
            <a:spLocks noGrp="1"/>
          </p:cNvSpPr>
          <p:nvPr>
            <p:ph type="body" idx="4"/>
          </p:nvPr>
        </p:nvSpPr>
        <p:spPr>
          <a:xfrm>
            <a:off x="538151" y="2716133"/>
            <a:ext cx="5271200" cy="3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2133">
                <a:solidFill>
                  <a:schemeClr val="dk1"/>
                </a:solidFill>
              </a:defRPr>
            </a:lvl1pPr>
            <a:lvl2pPr marL="121917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‒"/>
              <a:defRPr sz="1867">
                <a:solidFill>
                  <a:schemeClr val="dk1"/>
                </a:solidFill>
              </a:defRPr>
            </a:lvl2pPr>
            <a:lvl3pPr marL="1828754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600">
                <a:solidFill>
                  <a:schemeClr val="dk1"/>
                </a:solidFill>
              </a:defRPr>
            </a:lvl3pPr>
            <a:lvl4pPr marL="2438339" lvl="3" indent="-3979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o"/>
              <a:defRPr sz="1467">
                <a:solidFill>
                  <a:schemeClr val="dk1"/>
                </a:solidFill>
              </a:defRPr>
            </a:lvl4pPr>
            <a:lvl5pPr marL="3047924" lvl="4" indent="-3979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◆"/>
              <a:defRPr sz="1467">
                <a:solidFill>
                  <a:schemeClr val="dk1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8" name="Google Shape;328;p23"/>
          <p:cNvSpPr txBox="1">
            <a:spLocks noGrp="1"/>
          </p:cNvSpPr>
          <p:nvPr>
            <p:ph type="title"/>
          </p:nvPr>
        </p:nvSpPr>
        <p:spPr>
          <a:xfrm>
            <a:off x="538200" y="538633"/>
            <a:ext cx="11093200" cy="7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23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377200" cy="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9C9C9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23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31" name="Google Shape;331;p23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2134" y="2322547"/>
            <a:ext cx="5254753" cy="187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60468" y="2322547"/>
            <a:ext cx="5254753" cy="1872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2597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mparison-2">
  <p:cSld name="Title and Comparison-2">
    <p:bg>
      <p:bgPr>
        <a:solidFill>
          <a:schemeClr val="dk1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4"/>
          <p:cNvSpPr txBox="1">
            <a:spLocks noGrp="1"/>
          </p:cNvSpPr>
          <p:nvPr>
            <p:ph type="body" idx="1"/>
          </p:nvPr>
        </p:nvSpPr>
        <p:spPr>
          <a:xfrm>
            <a:off x="538200" y="1660467"/>
            <a:ext cx="5312000" cy="5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 b="0">
                <a:solidFill>
                  <a:schemeClr val="accen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2pPr>
            <a:lvl3pPr marL="1828754" lvl="2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3pPr>
            <a:lvl4pPr marL="2438339" lvl="3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–"/>
              <a:defRPr>
                <a:solidFill>
                  <a:schemeClr val="accent1"/>
                </a:solidFill>
              </a:defRPr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»"/>
              <a:defRPr>
                <a:solidFill>
                  <a:schemeClr val="accent1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36" name="Google Shape;336;p24"/>
          <p:cNvSpPr txBox="1">
            <a:spLocks noGrp="1"/>
          </p:cNvSpPr>
          <p:nvPr>
            <p:ph type="body" idx="2"/>
          </p:nvPr>
        </p:nvSpPr>
        <p:spPr>
          <a:xfrm>
            <a:off x="6286501" y="2689600"/>
            <a:ext cx="5266800" cy="3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2133">
                <a:solidFill>
                  <a:schemeClr val="lt1"/>
                </a:solidFill>
              </a:defRPr>
            </a:lvl1pPr>
            <a:lvl2pPr marL="121917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‒"/>
              <a:defRPr sz="1867">
                <a:solidFill>
                  <a:schemeClr val="lt1"/>
                </a:solidFill>
              </a:defRPr>
            </a:lvl2pPr>
            <a:lvl3pPr marL="1828754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600">
                <a:solidFill>
                  <a:schemeClr val="lt1"/>
                </a:solidFill>
              </a:defRPr>
            </a:lvl3pPr>
            <a:lvl4pPr marL="2438339" lvl="3" indent="-3979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o"/>
              <a:defRPr sz="1467">
                <a:solidFill>
                  <a:schemeClr val="lt1"/>
                </a:solidFill>
              </a:defRPr>
            </a:lvl4pPr>
            <a:lvl5pPr marL="3047924" lvl="4" indent="-3979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◆"/>
              <a:defRPr sz="1467">
                <a:solidFill>
                  <a:schemeClr val="lt1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7" name="Google Shape;337;p24"/>
          <p:cNvSpPr txBox="1">
            <a:spLocks noGrp="1"/>
          </p:cNvSpPr>
          <p:nvPr>
            <p:ph type="body" idx="3"/>
          </p:nvPr>
        </p:nvSpPr>
        <p:spPr>
          <a:xfrm>
            <a:off x="6364633" y="1660467"/>
            <a:ext cx="52668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 b="0">
                <a:solidFill>
                  <a:schemeClr val="accent1"/>
                </a:solidFill>
              </a:defRPr>
            </a:lvl1pPr>
            <a:lvl2pPr marL="1219170" lvl="1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‒"/>
              <a:defRPr>
                <a:solidFill>
                  <a:schemeClr val="accent1"/>
                </a:solidFill>
              </a:defRPr>
            </a:lvl2pPr>
            <a:lvl3pPr marL="1828754" lvl="2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3pPr>
            <a:lvl4pPr marL="2438339" lvl="3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–"/>
              <a:defRPr>
                <a:solidFill>
                  <a:schemeClr val="accent1"/>
                </a:solidFill>
              </a:defRPr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»"/>
              <a:defRPr>
                <a:solidFill>
                  <a:schemeClr val="accent1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38" name="Google Shape;338;p24"/>
          <p:cNvSpPr txBox="1">
            <a:spLocks noGrp="1"/>
          </p:cNvSpPr>
          <p:nvPr>
            <p:ph type="body" idx="4"/>
          </p:nvPr>
        </p:nvSpPr>
        <p:spPr>
          <a:xfrm>
            <a:off x="647300" y="2689600"/>
            <a:ext cx="5270400" cy="3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2133">
                <a:solidFill>
                  <a:schemeClr val="lt1"/>
                </a:solidFill>
              </a:defRPr>
            </a:lvl1pPr>
            <a:lvl2pPr marL="121917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‒"/>
              <a:defRPr sz="1867">
                <a:solidFill>
                  <a:schemeClr val="lt1"/>
                </a:solidFill>
              </a:defRPr>
            </a:lvl2pPr>
            <a:lvl3pPr marL="1828754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600">
                <a:solidFill>
                  <a:schemeClr val="lt1"/>
                </a:solidFill>
              </a:defRPr>
            </a:lvl3pPr>
            <a:lvl4pPr marL="2438339" lvl="3" indent="-3979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o"/>
              <a:defRPr sz="1467">
                <a:solidFill>
                  <a:schemeClr val="lt1"/>
                </a:solidFill>
              </a:defRPr>
            </a:lvl4pPr>
            <a:lvl5pPr marL="3047924" lvl="4" indent="-3979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◆"/>
              <a:defRPr sz="1467">
                <a:solidFill>
                  <a:schemeClr val="lt1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9" name="Google Shape;339;p24"/>
          <p:cNvSpPr txBox="1">
            <a:spLocks noGrp="1"/>
          </p:cNvSpPr>
          <p:nvPr>
            <p:ph type="title"/>
          </p:nvPr>
        </p:nvSpPr>
        <p:spPr>
          <a:xfrm>
            <a:off x="538233" y="538633"/>
            <a:ext cx="11093200" cy="7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24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377200" cy="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341" name="Google Shape;341;p24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42" name="Google Shape;342;p24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9251" y="6451376"/>
            <a:ext cx="190287" cy="132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134" y="2322547"/>
            <a:ext cx="5254753" cy="187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0468" y="2322547"/>
            <a:ext cx="5254753" cy="1872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501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2x2">
  <p:cSld name="Title and Content 2x2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5"/>
          <p:cNvSpPr txBox="1">
            <a:spLocks noGrp="1"/>
          </p:cNvSpPr>
          <p:nvPr>
            <p:ph type="body" idx="1"/>
          </p:nvPr>
        </p:nvSpPr>
        <p:spPr>
          <a:xfrm>
            <a:off x="635000" y="1660469"/>
            <a:ext cx="5270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2400" b="0">
                <a:solidFill>
                  <a:schemeClr val="accent1"/>
                </a:solidFill>
              </a:defRPr>
            </a:lvl1pPr>
            <a:lvl2pPr marL="1219170" lvl="1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8" name="Google Shape;348;p25"/>
          <p:cNvSpPr txBox="1">
            <a:spLocks noGrp="1"/>
          </p:cNvSpPr>
          <p:nvPr>
            <p:ph type="body" idx="2"/>
          </p:nvPr>
        </p:nvSpPr>
        <p:spPr>
          <a:xfrm>
            <a:off x="6286501" y="1660469"/>
            <a:ext cx="5270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2400" b="0">
                <a:solidFill>
                  <a:schemeClr val="accen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‒"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9" name="Google Shape;349;p25"/>
          <p:cNvSpPr txBox="1">
            <a:spLocks noGrp="1"/>
          </p:cNvSpPr>
          <p:nvPr>
            <p:ph type="body" idx="3"/>
          </p:nvPr>
        </p:nvSpPr>
        <p:spPr>
          <a:xfrm>
            <a:off x="634999" y="2170816"/>
            <a:ext cx="5270500" cy="165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600">
                <a:solidFill>
                  <a:schemeClr val="dk1"/>
                </a:solidFill>
              </a:defRPr>
            </a:lvl1pPr>
            <a:lvl2pPr marL="1219170" lvl="1" indent="-3979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‒"/>
              <a:defRPr sz="1467">
                <a:solidFill>
                  <a:schemeClr val="dk1"/>
                </a:solidFill>
              </a:defRPr>
            </a:lvl2pPr>
            <a:lvl3pPr marL="1828754" lvl="2" indent="-3936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50"/>
              <a:buChar char="•"/>
              <a:defRPr sz="1400">
                <a:solidFill>
                  <a:schemeClr val="dk1"/>
                </a:solidFill>
              </a:defRPr>
            </a:lvl3pPr>
            <a:lvl4pPr marL="2438339" lvl="3" indent="-38945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o"/>
              <a:defRPr sz="1333">
                <a:solidFill>
                  <a:schemeClr val="dk1"/>
                </a:solidFill>
              </a:defRPr>
            </a:lvl4pPr>
            <a:lvl5pPr marL="3047924" lvl="4" indent="-38945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◆"/>
              <a:defRPr sz="1333">
                <a:solidFill>
                  <a:schemeClr val="dk1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538200" y="538633"/>
            <a:ext cx="11093200" cy="7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351" name="Google Shape;351;p25"/>
          <p:cNvSpPr txBox="1">
            <a:spLocks noGrp="1"/>
          </p:cNvSpPr>
          <p:nvPr>
            <p:ph type="body" idx="4"/>
          </p:nvPr>
        </p:nvSpPr>
        <p:spPr>
          <a:xfrm>
            <a:off x="6286502" y="2170816"/>
            <a:ext cx="5266945" cy="165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600">
                <a:solidFill>
                  <a:schemeClr val="dk1"/>
                </a:solidFill>
              </a:defRPr>
            </a:lvl1pPr>
            <a:lvl2pPr marL="1219170" lvl="1" indent="-3979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‒"/>
              <a:defRPr sz="1467">
                <a:solidFill>
                  <a:schemeClr val="dk1"/>
                </a:solidFill>
              </a:defRPr>
            </a:lvl2pPr>
            <a:lvl3pPr marL="1828754" lvl="2" indent="-3936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50"/>
              <a:buChar char="•"/>
              <a:defRPr sz="1400">
                <a:solidFill>
                  <a:schemeClr val="dk1"/>
                </a:solidFill>
              </a:defRPr>
            </a:lvl3pPr>
            <a:lvl4pPr marL="2438339" lvl="3" indent="-38945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o"/>
              <a:defRPr sz="1333">
                <a:solidFill>
                  <a:schemeClr val="dk1"/>
                </a:solidFill>
              </a:defRPr>
            </a:lvl4pPr>
            <a:lvl5pPr marL="3047924" lvl="4" indent="-38945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◆"/>
              <a:defRPr sz="1333">
                <a:solidFill>
                  <a:schemeClr val="dk1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2" name="Google Shape;352;p25"/>
          <p:cNvSpPr txBox="1">
            <a:spLocks noGrp="1"/>
          </p:cNvSpPr>
          <p:nvPr>
            <p:ph type="body" idx="5"/>
          </p:nvPr>
        </p:nvSpPr>
        <p:spPr>
          <a:xfrm>
            <a:off x="634999" y="3977903"/>
            <a:ext cx="5266944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2400" b="0">
                <a:solidFill>
                  <a:schemeClr val="accent1"/>
                </a:solidFill>
              </a:defRPr>
            </a:lvl1pPr>
            <a:lvl2pPr marL="1219170" lvl="1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25"/>
          <p:cNvSpPr txBox="1">
            <a:spLocks noGrp="1"/>
          </p:cNvSpPr>
          <p:nvPr>
            <p:ph type="body" idx="6"/>
          </p:nvPr>
        </p:nvSpPr>
        <p:spPr>
          <a:xfrm>
            <a:off x="6286501" y="3977903"/>
            <a:ext cx="5266944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2400" b="0">
                <a:solidFill>
                  <a:schemeClr val="accen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‒"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4" name="Google Shape;354;p25"/>
          <p:cNvSpPr txBox="1">
            <a:spLocks noGrp="1"/>
          </p:cNvSpPr>
          <p:nvPr>
            <p:ph type="body" idx="7"/>
          </p:nvPr>
        </p:nvSpPr>
        <p:spPr>
          <a:xfrm>
            <a:off x="634999" y="4599284"/>
            <a:ext cx="5260636" cy="165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600">
                <a:solidFill>
                  <a:schemeClr val="dk1"/>
                </a:solidFill>
              </a:defRPr>
            </a:lvl1pPr>
            <a:lvl2pPr marL="1219170" lvl="1" indent="-3979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‒"/>
              <a:defRPr sz="1467">
                <a:solidFill>
                  <a:schemeClr val="dk1"/>
                </a:solidFill>
              </a:defRPr>
            </a:lvl2pPr>
            <a:lvl3pPr marL="1828754" lvl="2" indent="-3936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50"/>
              <a:buChar char="•"/>
              <a:defRPr sz="1400">
                <a:solidFill>
                  <a:schemeClr val="dk1"/>
                </a:solidFill>
              </a:defRPr>
            </a:lvl3pPr>
            <a:lvl4pPr marL="2438339" lvl="3" indent="-38945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o"/>
              <a:defRPr sz="1333">
                <a:solidFill>
                  <a:schemeClr val="dk1"/>
                </a:solidFill>
              </a:defRPr>
            </a:lvl4pPr>
            <a:lvl5pPr marL="3047924" lvl="4" indent="-38945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◆"/>
              <a:defRPr sz="1333">
                <a:solidFill>
                  <a:schemeClr val="dk1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5" name="Google Shape;355;p25"/>
          <p:cNvSpPr txBox="1">
            <a:spLocks noGrp="1"/>
          </p:cNvSpPr>
          <p:nvPr>
            <p:ph type="body" idx="8"/>
          </p:nvPr>
        </p:nvSpPr>
        <p:spPr>
          <a:xfrm>
            <a:off x="6286502" y="4599284"/>
            <a:ext cx="5266945" cy="165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600">
                <a:solidFill>
                  <a:schemeClr val="dk1"/>
                </a:solidFill>
              </a:defRPr>
            </a:lvl1pPr>
            <a:lvl2pPr marL="1219170" lvl="1" indent="-3979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‒"/>
              <a:defRPr sz="1467">
                <a:solidFill>
                  <a:schemeClr val="dk1"/>
                </a:solidFill>
              </a:defRPr>
            </a:lvl2pPr>
            <a:lvl3pPr marL="1828754" lvl="2" indent="-3936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50"/>
              <a:buChar char="•"/>
              <a:defRPr sz="1400">
                <a:solidFill>
                  <a:schemeClr val="dk1"/>
                </a:solidFill>
              </a:defRPr>
            </a:lvl3pPr>
            <a:lvl4pPr marL="2438339" lvl="3" indent="-38945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o"/>
              <a:defRPr sz="1333">
                <a:solidFill>
                  <a:schemeClr val="dk1"/>
                </a:solidFill>
              </a:defRPr>
            </a:lvl4pPr>
            <a:lvl5pPr marL="3047924" lvl="4" indent="-38945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◆"/>
              <a:defRPr sz="1333">
                <a:solidFill>
                  <a:schemeClr val="dk1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6" name="Google Shape;356;p25"/>
          <p:cNvSpPr txBox="1">
            <a:spLocks noGrp="1"/>
          </p:cNvSpPr>
          <p:nvPr>
            <p:ph type="ftr" idx="11"/>
          </p:nvPr>
        </p:nvSpPr>
        <p:spPr>
          <a:xfrm>
            <a:off x="538233" y="6300533"/>
            <a:ext cx="33772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9C9C9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25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58" name="Google Shape;358;p25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9" name="Google Shape;359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2134" y="2220947"/>
            <a:ext cx="5254753" cy="187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60468" y="2220947"/>
            <a:ext cx="5254753" cy="187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2134" y="4507969"/>
            <a:ext cx="5254753" cy="187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60468" y="4507969"/>
            <a:ext cx="5254753" cy="1872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354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>
          <p15:clr>
            <a:srgbClr val="FBAE40"/>
          </p15:clr>
        </p15:guide>
        <p15:guide id="2" orient="horz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2x2-2">
  <p:cSld name="Title and Content 2x2-2">
    <p:bg>
      <p:bgPr>
        <a:solidFill>
          <a:schemeClr val="dk1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6"/>
          <p:cNvSpPr txBox="1">
            <a:spLocks noGrp="1"/>
          </p:cNvSpPr>
          <p:nvPr>
            <p:ph type="body" idx="1"/>
          </p:nvPr>
        </p:nvSpPr>
        <p:spPr>
          <a:xfrm>
            <a:off x="635000" y="1660469"/>
            <a:ext cx="5270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 b="0">
                <a:solidFill>
                  <a:schemeClr val="accen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2pPr>
            <a:lvl3pPr marL="1828754" lvl="2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3pPr>
            <a:lvl4pPr marL="2438339" lvl="3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–"/>
              <a:defRPr>
                <a:solidFill>
                  <a:schemeClr val="accent1"/>
                </a:solidFill>
              </a:defRPr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»"/>
              <a:defRPr>
                <a:solidFill>
                  <a:schemeClr val="accent1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65" name="Google Shape;365;p26"/>
          <p:cNvSpPr txBox="1">
            <a:spLocks noGrp="1"/>
          </p:cNvSpPr>
          <p:nvPr>
            <p:ph type="body" idx="2"/>
          </p:nvPr>
        </p:nvSpPr>
        <p:spPr>
          <a:xfrm>
            <a:off x="6360267" y="1660467"/>
            <a:ext cx="52712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 b="0">
                <a:solidFill>
                  <a:schemeClr val="accent1"/>
                </a:solidFill>
              </a:defRPr>
            </a:lvl1pPr>
            <a:lvl2pPr marL="1219170" lvl="1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‒"/>
              <a:defRPr>
                <a:solidFill>
                  <a:schemeClr val="accent1"/>
                </a:solidFill>
              </a:defRPr>
            </a:lvl2pPr>
            <a:lvl3pPr marL="1828754" lvl="2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3pPr>
            <a:lvl4pPr marL="2438339" lvl="3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–"/>
              <a:defRPr>
                <a:solidFill>
                  <a:schemeClr val="accent1"/>
                </a:solidFill>
              </a:defRPr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»"/>
              <a:defRPr>
                <a:solidFill>
                  <a:schemeClr val="accent1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66" name="Google Shape;366;p26"/>
          <p:cNvSpPr txBox="1">
            <a:spLocks noGrp="1"/>
          </p:cNvSpPr>
          <p:nvPr>
            <p:ph type="body" idx="3"/>
          </p:nvPr>
        </p:nvSpPr>
        <p:spPr>
          <a:xfrm>
            <a:off x="538200" y="2449167"/>
            <a:ext cx="5271200" cy="1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600">
                <a:solidFill>
                  <a:schemeClr val="lt1"/>
                </a:solidFill>
              </a:defRPr>
            </a:lvl1pPr>
            <a:lvl2pPr marL="1219170" lvl="1" indent="-3979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‒"/>
              <a:defRPr sz="1467">
                <a:solidFill>
                  <a:schemeClr val="lt1"/>
                </a:solidFill>
              </a:defRPr>
            </a:lvl2pPr>
            <a:lvl3pPr marL="1828754" lvl="2" indent="-3936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 sz="1400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o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◆"/>
              <a:defRPr sz="1333">
                <a:solidFill>
                  <a:schemeClr val="lt1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7" name="Google Shape;367;p26"/>
          <p:cNvSpPr txBox="1">
            <a:spLocks noGrp="1"/>
          </p:cNvSpPr>
          <p:nvPr>
            <p:ph type="title"/>
          </p:nvPr>
        </p:nvSpPr>
        <p:spPr>
          <a:xfrm>
            <a:off x="538200" y="538633"/>
            <a:ext cx="11093200" cy="7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26"/>
          <p:cNvSpPr txBox="1">
            <a:spLocks noGrp="1"/>
          </p:cNvSpPr>
          <p:nvPr>
            <p:ph type="body" idx="4"/>
          </p:nvPr>
        </p:nvSpPr>
        <p:spPr>
          <a:xfrm>
            <a:off x="6360267" y="2449167"/>
            <a:ext cx="5260800" cy="1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600">
                <a:solidFill>
                  <a:schemeClr val="lt1"/>
                </a:solidFill>
              </a:defRPr>
            </a:lvl1pPr>
            <a:lvl2pPr marL="1219170" lvl="1" indent="-3979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‒"/>
              <a:defRPr sz="1467">
                <a:solidFill>
                  <a:schemeClr val="lt1"/>
                </a:solidFill>
              </a:defRPr>
            </a:lvl2pPr>
            <a:lvl3pPr marL="1828754" lvl="2" indent="-3936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 sz="1400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o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◆"/>
              <a:defRPr sz="1333">
                <a:solidFill>
                  <a:schemeClr val="lt1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9" name="Google Shape;369;p26"/>
          <p:cNvSpPr txBox="1">
            <a:spLocks noGrp="1"/>
          </p:cNvSpPr>
          <p:nvPr>
            <p:ph type="body" idx="5"/>
          </p:nvPr>
        </p:nvSpPr>
        <p:spPr>
          <a:xfrm>
            <a:off x="635000" y="3977900"/>
            <a:ext cx="5174400" cy="4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 b="0">
                <a:solidFill>
                  <a:schemeClr val="accen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2pPr>
            <a:lvl3pPr marL="1828754" lvl="2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3pPr>
            <a:lvl4pPr marL="2438339" lvl="3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–"/>
              <a:defRPr>
                <a:solidFill>
                  <a:schemeClr val="accent1"/>
                </a:solidFill>
              </a:defRPr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»"/>
              <a:defRPr>
                <a:solidFill>
                  <a:schemeClr val="accent1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70" name="Google Shape;370;p26"/>
          <p:cNvSpPr txBox="1">
            <a:spLocks noGrp="1"/>
          </p:cNvSpPr>
          <p:nvPr>
            <p:ph type="body" idx="6"/>
          </p:nvPr>
        </p:nvSpPr>
        <p:spPr>
          <a:xfrm>
            <a:off x="6286501" y="3977903"/>
            <a:ext cx="5266944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 b="0">
                <a:solidFill>
                  <a:schemeClr val="accent1"/>
                </a:solidFill>
              </a:defRPr>
            </a:lvl1pPr>
            <a:lvl2pPr marL="1219170" lvl="1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‒"/>
              <a:defRPr>
                <a:solidFill>
                  <a:schemeClr val="accent1"/>
                </a:solidFill>
              </a:defRPr>
            </a:lvl2pPr>
            <a:lvl3pPr marL="1828754" lvl="2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3pPr>
            <a:lvl4pPr marL="2438339" lvl="3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–"/>
              <a:defRPr>
                <a:solidFill>
                  <a:schemeClr val="accent1"/>
                </a:solidFill>
              </a:defRPr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»"/>
              <a:defRPr>
                <a:solidFill>
                  <a:schemeClr val="accent1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71" name="Google Shape;371;p26"/>
          <p:cNvSpPr txBox="1">
            <a:spLocks noGrp="1"/>
          </p:cNvSpPr>
          <p:nvPr>
            <p:ph type="body" idx="7"/>
          </p:nvPr>
        </p:nvSpPr>
        <p:spPr>
          <a:xfrm>
            <a:off x="635000" y="4702300"/>
            <a:ext cx="52608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600">
                <a:solidFill>
                  <a:schemeClr val="lt1"/>
                </a:solidFill>
              </a:defRPr>
            </a:lvl1pPr>
            <a:lvl2pPr marL="1219170" lvl="1" indent="-3979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‒"/>
              <a:defRPr sz="1467">
                <a:solidFill>
                  <a:schemeClr val="lt1"/>
                </a:solidFill>
              </a:defRPr>
            </a:lvl2pPr>
            <a:lvl3pPr marL="1828754" lvl="2" indent="-3936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 sz="1400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o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◆"/>
              <a:defRPr sz="1333">
                <a:solidFill>
                  <a:schemeClr val="lt1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2" name="Google Shape;372;p26"/>
          <p:cNvSpPr txBox="1">
            <a:spLocks noGrp="1"/>
          </p:cNvSpPr>
          <p:nvPr>
            <p:ph type="body" idx="8"/>
          </p:nvPr>
        </p:nvSpPr>
        <p:spPr>
          <a:xfrm>
            <a:off x="6286495" y="4702300"/>
            <a:ext cx="52668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600">
                <a:solidFill>
                  <a:schemeClr val="lt1"/>
                </a:solidFill>
              </a:defRPr>
            </a:lvl1pPr>
            <a:lvl2pPr marL="1219170" lvl="1" indent="-3979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‒"/>
              <a:defRPr sz="1467">
                <a:solidFill>
                  <a:schemeClr val="lt1"/>
                </a:solidFill>
              </a:defRPr>
            </a:lvl2pPr>
            <a:lvl3pPr marL="1828754" lvl="2" indent="-3936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 sz="1400">
                <a:solidFill>
                  <a:schemeClr val="lt1"/>
                </a:solidFill>
              </a:defRPr>
            </a:lvl3pPr>
            <a:lvl4pPr marL="2438339" lvl="3" indent="-38945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o"/>
              <a:defRPr sz="1333">
                <a:solidFill>
                  <a:schemeClr val="lt1"/>
                </a:solidFill>
              </a:defRPr>
            </a:lvl4pPr>
            <a:lvl5pPr marL="3047924" lvl="4" indent="-38945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◆"/>
              <a:defRPr sz="1333">
                <a:solidFill>
                  <a:schemeClr val="lt1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3" name="Google Shape;373;p26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3772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26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75" name="Google Shape;375;p26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6" name="Google Shape;376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9251" y="6451376"/>
            <a:ext cx="190287" cy="132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134" y="2220947"/>
            <a:ext cx="5254753" cy="187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0468" y="2220947"/>
            <a:ext cx="5254753" cy="187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134" y="4507969"/>
            <a:ext cx="5254753" cy="187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0468" y="4507969"/>
            <a:ext cx="5254753" cy="1872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5236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Key Points">
  <p:cSld name="Three Key Points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8"/>
          <p:cNvSpPr txBox="1">
            <a:spLocks noGrp="1"/>
          </p:cNvSpPr>
          <p:nvPr>
            <p:ph type="title"/>
          </p:nvPr>
        </p:nvSpPr>
        <p:spPr>
          <a:xfrm>
            <a:off x="538200" y="538633"/>
            <a:ext cx="11093200" cy="7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28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3772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9C9C9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28"/>
          <p:cNvSpPr txBox="1">
            <a:spLocks noGrp="1"/>
          </p:cNvSpPr>
          <p:nvPr>
            <p:ph type="body" idx="1"/>
          </p:nvPr>
        </p:nvSpPr>
        <p:spPr>
          <a:xfrm>
            <a:off x="635000" y="4167565"/>
            <a:ext cx="3251200" cy="21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2133"/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1" name="Google Shape;391;p28"/>
          <p:cNvSpPr txBox="1">
            <a:spLocks noGrp="1"/>
          </p:cNvSpPr>
          <p:nvPr>
            <p:ph type="body" idx="2"/>
          </p:nvPr>
        </p:nvSpPr>
        <p:spPr>
          <a:xfrm>
            <a:off x="4470401" y="4167565"/>
            <a:ext cx="3251200" cy="21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2133"/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2" name="Google Shape;392;p28"/>
          <p:cNvSpPr txBox="1">
            <a:spLocks noGrp="1"/>
          </p:cNvSpPr>
          <p:nvPr>
            <p:ph type="body" idx="3"/>
          </p:nvPr>
        </p:nvSpPr>
        <p:spPr>
          <a:xfrm>
            <a:off x="8305800" y="4167565"/>
            <a:ext cx="3251200" cy="21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2133"/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3" name="Google Shape;393;p28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94" name="Google Shape;394;p28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8368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Key Points-2">
  <p:cSld name="Three Key Points-2">
    <p:bg>
      <p:bgPr>
        <a:solidFill>
          <a:schemeClr val="dk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9"/>
          <p:cNvSpPr txBox="1">
            <a:spLocks noGrp="1"/>
          </p:cNvSpPr>
          <p:nvPr>
            <p:ph type="title"/>
          </p:nvPr>
        </p:nvSpPr>
        <p:spPr>
          <a:xfrm>
            <a:off x="538200" y="538633"/>
            <a:ext cx="11093200" cy="7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29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7332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29"/>
          <p:cNvSpPr txBox="1">
            <a:spLocks noGrp="1"/>
          </p:cNvSpPr>
          <p:nvPr>
            <p:ph type="body" idx="1"/>
          </p:nvPr>
        </p:nvSpPr>
        <p:spPr>
          <a:xfrm>
            <a:off x="538200" y="4167567"/>
            <a:ext cx="3348000" cy="21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2133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9" name="Google Shape;399;p29"/>
          <p:cNvSpPr txBox="1">
            <a:spLocks noGrp="1"/>
          </p:cNvSpPr>
          <p:nvPr>
            <p:ph type="body" idx="2"/>
          </p:nvPr>
        </p:nvSpPr>
        <p:spPr>
          <a:xfrm>
            <a:off x="4373600" y="4167567"/>
            <a:ext cx="3445200" cy="21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2133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0" name="Google Shape;400;p29"/>
          <p:cNvSpPr txBox="1">
            <a:spLocks noGrp="1"/>
          </p:cNvSpPr>
          <p:nvPr>
            <p:ph type="body" idx="3"/>
          </p:nvPr>
        </p:nvSpPr>
        <p:spPr>
          <a:xfrm>
            <a:off x="8305800" y="4167567"/>
            <a:ext cx="3348000" cy="21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2133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1" name="Google Shape;401;p29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02" name="Google Shape;402;p29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3" name="Google Shape;403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9251" y="6451376"/>
            <a:ext cx="190287" cy="132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810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id_Six Items">
  <p:cSld name="Grid_Six Items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0"/>
          <p:cNvSpPr txBox="1">
            <a:spLocks noGrp="1"/>
          </p:cNvSpPr>
          <p:nvPr>
            <p:ph type="title"/>
          </p:nvPr>
        </p:nvSpPr>
        <p:spPr>
          <a:xfrm>
            <a:off x="538200" y="538633"/>
            <a:ext cx="11093200" cy="7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406" name="Google Shape;406;p30"/>
          <p:cNvCxnSpPr/>
          <p:nvPr/>
        </p:nvCxnSpPr>
        <p:spPr>
          <a:xfrm>
            <a:off x="4139384" y="2216331"/>
            <a:ext cx="0" cy="3454400"/>
          </a:xfrm>
          <a:prstGeom prst="straightConnector1">
            <a:avLst/>
          </a:prstGeom>
          <a:noFill/>
          <a:ln w="12700" cap="rnd" cmpd="sng">
            <a:solidFill>
              <a:srgbClr val="DFDFD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7" name="Google Shape;407;p30"/>
          <p:cNvCxnSpPr/>
          <p:nvPr/>
        </p:nvCxnSpPr>
        <p:spPr>
          <a:xfrm>
            <a:off x="633984" y="4018341"/>
            <a:ext cx="10924000" cy="0"/>
          </a:xfrm>
          <a:prstGeom prst="straightConnector1">
            <a:avLst/>
          </a:prstGeom>
          <a:noFill/>
          <a:ln w="12700" cap="rnd" cmpd="sng">
            <a:solidFill>
              <a:srgbClr val="DFDFD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8" name="Google Shape;408;p30"/>
          <p:cNvCxnSpPr/>
          <p:nvPr/>
        </p:nvCxnSpPr>
        <p:spPr>
          <a:xfrm>
            <a:off x="8052616" y="2219077"/>
            <a:ext cx="0" cy="3454400"/>
          </a:xfrm>
          <a:prstGeom prst="straightConnector1">
            <a:avLst/>
          </a:prstGeom>
          <a:noFill/>
          <a:ln w="12700" cap="rnd" cmpd="sng">
            <a:solidFill>
              <a:srgbClr val="DFDFD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9" name="Google Shape;409;p30"/>
          <p:cNvSpPr txBox="1">
            <a:spLocks noGrp="1"/>
          </p:cNvSpPr>
          <p:nvPr>
            <p:ph type="body" idx="1"/>
          </p:nvPr>
        </p:nvSpPr>
        <p:spPr>
          <a:xfrm>
            <a:off x="538200" y="3089067"/>
            <a:ext cx="33772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p30"/>
          <p:cNvSpPr txBox="1">
            <a:spLocks noGrp="1"/>
          </p:cNvSpPr>
          <p:nvPr>
            <p:ph type="body" idx="2"/>
          </p:nvPr>
        </p:nvSpPr>
        <p:spPr>
          <a:xfrm>
            <a:off x="538200" y="4167567"/>
            <a:ext cx="33772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1" name="Google Shape;411;p30"/>
          <p:cNvSpPr txBox="1">
            <a:spLocks noGrp="1"/>
          </p:cNvSpPr>
          <p:nvPr>
            <p:ph type="body" idx="3"/>
          </p:nvPr>
        </p:nvSpPr>
        <p:spPr>
          <a:xfrm>
            <a:off x="4373233" y="4167567"/>
            <a:ext cx="34652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2" name="Google Shape;412;p30"/>
          <p:cNvSpPr txBox="1">
            <a:spLocks noGrp="1"/>
          </p:cNvSpPr>
          <p:nvPr>
            <p:ph type="body" idx="4"/>
          </p:nvPr>
        </p:nvSpPr>
        <p:spPr>
          <a:xfrm>
            <a:off x="4353533" y="3089067"/>
            <a:ext cx="34652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3" name="Google Shape;413;p30"/>
          <p:cNvSpPr txBox="1">
            <a:spLocks noGrp="1"/>
          </p:cNvSpPr>
          <p:nvPr>
            <p:ph type="body" idx="5"/>
          </p:nvPr>
        </p:nvSpPr>
        <p:spPr>
          <a:xfrm>
            <a:off x="8276600" y="3089067"/>
            <a:ext cx="33772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4" name="Google Shape;414;p30"/>
          <p:cNvSpPr txBox="1">
            <a:spLocks noGrp="1"/>
          </p:cNvSpPr>
          <p:nvPr>
            <p:ph type="body" idx="6"/>
          </p:nvPr>
        </p:nvSpPr>
        <p:spPr>
          <a:xfrm>
            <a:off x="8276600" y="4167567"/>
            <a:ext cx="33772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5" name="Google Shape;415;p30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3772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9C9C9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30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17" name="Google Shape;417;p30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659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id_Six Items-2">
  <p:cSld name="Grid_Six Items-2">
    <p:bg>
      <p:bgPr>
        <a:solidFill>
          <a:schemeClr val="dk1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1"/>
          <p:cNvSpPr txBox="1">
            <a:spLocks noGrp="1"/>
          </p:cNvSpPr>
          <p:nvPr>
            <p:ph type="title"/>
          </p:nvPr>
        </p:nvSpPr>
        <p:spPr>
          <a:xfrm>
            <a:off x="538200" y="538633"/>
            <a:ext cx="11093200" cy="7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420" name="Google Shape;420;p31"/>
          <p:cNvCxnSpPr/>
          <p:nvPr/>
        </p:nvCxnSpPr>
        <p:spPr>
          <a:xfrm>
            <a:off x="4126495" y="2219064"/>
            <a:ext cx="0" cy="3454400"/>
          </a:xfrm>
          <a:prstGeom prst="straightConnector1">
            <a:avLst/>
          </a:prstGeom>
          <a:noFill/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1" name="Google Shape;421;p31"/>
          <p:cNvCxnSpPr/>
          <p:nvPr/>
        </p:nvCxnSpPr>
        <p:spPr>
          <a:xfrm>
            <a:off x="633984" y="4006877"/>
            <a:ext cx="10924000" cy="0"/>
          </a:xfrm>
          <a:prstGeom prst="straightConnector1">
            <a:avLst/>
          </a:prstGeom>
          <a:noFill/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2" name="Google Shape;422;p31"/>
          <p:cNvCxnSpPr/>
          <p:nvPr/>
        </p:nvCxnSpPr>
        <p:spPr>
          <a:xfrm>
            <a:off x="8042605" y="2219077"/>
            <a:ext cx="0" cy="3454400"/>
          </a:xfrm>
          <a:prstGeom prst="straightConnector1">
            <a:avLst/>
          </a:prstGeom>
          <a:noFill/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3" name="Google Shape;423;p31"/>
          <p:cNvSpPr txBox="1">
            <a:spLocks noGrp="1"/>
          </p:cNvSpPr>
          <p:nvPr>
            <p:ph type="body" idx="1"/>
          </p:nvPr>
        </p:nvSpPr>
        <p:spPr>
          <a:xfrm>
            <a:off x="538200" y="3089067"/>
            <a:ext cx="33772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60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4" name="Google Shape;424;p31"/>
          <p:cNvSpPr txBox="1">
            <a:spLocks noGrp="1"/>
          </p:cNvSpPr>
          <p:nvPr>
            <p:ph type="body" idx="2"/>
          </p:nvPr>
        </p:nvSpPr>
        <p:spPr>
          <a:xfrm>
            <a:off x="538200" y="4193067"/>
            <a:ext cx="33772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60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5" name="Google Shape;425;p31"/>
          <p:cNvSpPr txBox="1">
            <a:spLocks noGrp="1"/>
          </p:cNvSpPr>
          <p:nvPr>
            <p:ph type="body" idx="3"/>
          </p:nvPr>
        </p:nvSpPr>
        <p:spPr>
          <a:xfrm>
            <a:off x="4373233" y="4193067"/>
            <a:ext cx="34652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60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6" name="Google Shape;426;p31"/>
          <p:cNvSpPr txBox="1">
            <a:spLocks noGrp="1"/>
          </p:cNvSpPr>
          <p:nvPr>
            <p:ph type="body" idx="4"/>
          </p:nvPr>
        </p:nvSpPr>
        <p:spPr>
          <a:xfrm>
            <a:off x="4353533" y="3089067"/>
            <a:ext cx="34652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60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7" name="Google Shape;427;p31"/>
          <p:cNvSpPr txBox="1">
            <a:spLocks noGrp="1"/>
          </p:cNvSpPr>
          <p:nvPr>
            <p:ph type="body" idx="5"/>
          </p:nvPr>
        </p:nvSpPr>
        <p:spPr>
          <a:xfrm>
            <a:off x="8276600" y="3089067"/>
            <a:ext cx="33772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60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8" name="Google Shape;428;p31"/>
          <p:cNvSpPr txBox="1">
            <a:spLocks noGrp="1"/>
          </p:cNvSpPr>
          <p:nvPr>
            <p:ph type="body" idx="6"/>
          </p:nvPr>
        </p:nvSpPr>
        <p:spPr>
          <a:xfrm>
            <a:off x="8254200" y="4193067"/>
            <a:ext cx="33772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60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9" name="Google Shape;429;p31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7332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31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31" name="Google Shape;431;p31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9251" y="6451376"/>
            <a:ext cx="190287" cy="132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8478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/2_Headline-2">
  <p:cSld name="1/2_Headline-2">
    <p:bg>
      <p:bgPr>
        <a:solidFill>
          <a:schemeClr val="dk1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2"/>
          <p:cNvSpPr/>
          <p:nvPr/>
        </p:nvSpPr>
        <p:spPr>
          <a:xfrm>
            <a:off x="9100" y="9500"/>
            <a:ext cx="5202400" cy="68580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rgbClr val="4D4D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2"/>
          <p:cNvPicPr preferRelativeResize="0"/>
          <p:nvPr/>
        </p:nvPicPr>
        <p:blipFill rotWithShape="1">
          <a:blip r:embed="rId2">
            <a:alphaModFix/>
          </a:blip>
          <a:srcRect l="36405" r="34949"/>
          <a:stretch/>
        </p:blipFill>
        <p:spPr>
          <a:xfrm>
            <a:off x="538200" y="-544034"/>
            <a:ext cx="4155563" cy="7841667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2"/>
          <p:cNvSpPr txBox="1">
            <a:spLocks noGrp="1"/>
          </p:cNvSpPr>
          <p:nvPr>
            <p:ph type="body" idx="1"/>
          </p:nvPr>
        </p:nvSpPr>
        <p:spPr>
          <a:xfrm>
            <a:off x="538200" y="1545812"/>
            <a:ext cx="4155600" cy="38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5867" b="1">
                <a:solidFill>
                  <a:schemeClr val="lt1"/>
                </a:solidFill>
              </a:defRPr>
            </a:lvl1pPr>
            <a:lvl2pPr marL="1219170" lvl="1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467">
                <a:solidFill>
                  <a:schemeClr val="lt1"/>
                </a:solidFill>
              </a:defRPr>
            </a:lvl2pPr>
            <a:lvl3pPr marL="1828754" lvl="2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467">
                <a:solidFill>
                  <a:schemeClr val="lt1"/>
                </a:solidFill>
              </a:defRPr>
            </a:lvl3pPr>
            <a:lvl4pPr marL="2438339" lvl="3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467">
                <a:solidFill>
                  <a:schemeClr val="lt1"/>
                </a:solidFill>
              </a:defRPr>
            </a:lvl4pPr>
            <a:lvl5pPr marL="3047924" lvl="4" indent="-304792" algn="ctr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467">
                <a:solidFill>
                  <a:schemeClr val="lt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7" name="Google Shape;437;p32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3772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32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39" name="Google Shape;439;p32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0" name="Google Shape;440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9251" y="6451376"/>
            <a:ext cx="190287" cy="132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3725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Graphic, Minimal Text">
  <p:cSld name="Big Graphic, Minimal Text">
    <p:bg>
      <p:bgPr>
        <a:solidFill>
          <a:schemeClr val="dk1"/>
        </a:solidFill>
        <a:effectLst/>
      </p:bgPr>
    </p:bg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34"/>
          <p:cNvPicPr preferRelativeResize="0"/>
          <p:nvPr/>
        </p:nvPicPr>
        <p:blipFill rotWithShape="1">
          <a:blip r:embed="rId2">
            <a:alphaModFix/>
          </a:blip>
          <a:srcRect l="980" r="-979" b="-1060"/>
          <a:stretch/>
        </p:blipFill>
        <p:spPr>
          <a:xfrm>
            <a:off x="-2175899" y="-3580100"/>
            <a:ext cx="8185665" cy="8111203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34"/>
          <p:cNvSpPr txBox="1">
            <a:spLocks noGrp="1"/>
          </p:cNvSpPr>
          <p:nvPr>
            <p:ph type="title"/>
          </p:nvPr>
        </p:nvSpPr>
        <p:spPr>
          <a:xfrm>
            <a:off x="538100" y="538633"/>
            <a:ext cx="3377200" cy="3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0" name="Google Shape;450;p34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3772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34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52" name="Google Shape;452;p34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3" name="Google Shape;453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9251" y="6451376"/>
            <a:ext cx="190287" cy="132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3752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ylized Headline">
  <p:cSld name="Stylized Headline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5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3772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9C9C9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35"/>
          <p:cNvSpPr/>
          <p:nvPr/>
        </p:nvSpPr>
        <p:spPr>
          <a:xfrm>
            <a:off x="538200" y="419767"/>
            <a:ext cx="1519200" cy="85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5"/>
          <p:cNvSpPr txBox="1">
            <a:spLocks noGrp="1"/>
          </p:cNvSpPr>
          <p:nvPr>
            <p:ph type="title"/>
          </p:nvPr>
        </p:nvSpPr>
        <p:spPr>
          <a:xfrm>
            <a:off x="538200" y="538636"/>
            <a:ext cx="11018800" cy="7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35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59" name="Google Shape;459;p35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9482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ubject Comparison">
  <p:cSld name="Three Subject Comparison"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7"/>
          <p:cNvSpPr/>
          <p:nvPr/>
        </p:nvSpPr>
        <p:spPr>
          <a:xfrm>
            <a:off x="-4652" y="2527705"/>
            <a:ext cx="12194339" cy="4330695"/>
          </a:xfrm>
          <a:custGeom>
            <a:avLst/>
            <a:gdLst/>
            <a:ahLst/>
            <a:cxnLst/>
            <a:rect l="l" t="t" r="r" b="b"/>
            <a:pathLst>
              <a:path w="9145754" h="3248021" extrusionOk="0">
                <a:moveTo>
                  <a:pt x="4575489" y="0"/>
                </a:moveTo>
                <a:cubicBezTo>
                  <a:pt x="6303696" y="0"/>
                  <a:pt x="7870850" y="689549"/>
                  <a:pt x="9016831" y="1808528"/>
                </a:cubicBezTo>
                <a:lnTo>
                  <a:pt x="9145754" y="1942546"/>
                </a:lnTo>
                <a:lnTo>
                  <a:pt x="9145754" y="3248021"/>
                </a:lnTo>
                <a:lnTo>
                  <a:pt x="0" y="3248021"/>
                </a:lnTo>
                <a:lnTo>
                  <a:pt x="0" y="1947977"/>
                </a:lnTo>
                <a:lnTo>
                  <a:pt x="134147" y="1808528"/>
                </a:lnTo>
                <a:cubicBezTo>
                  <a:pt x="1280129" y="689549"/>
                  <a:pt x="2847283" y="0"/>
                  <a:pt x="45754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400" b="0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7"/>
          <p:cNvSpPr/>
          <p:nvPr/>
        </p:nvSpPr>
        <p:spPr>
          <a:xfrm>
            <a:off x="9279679" y="2936524"/>
            <a:ext cx="1219200" cy="1219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1917" marR="0" lvl="0" indent="-12191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7"/>
          <p:cNvSpPr/>
          <p:nvPr/>
        </p:nvSpPr>
        <p:spPr>
          <a:xfrm>
            <a:off x="1693121" y="2936524"/>
            <a:ext cx="1219200" cy="1219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1917" marR="0" lvl="0" indent="-12191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7"/>
          <p:cNvSpPr/>
          <p:nvPr/>
        </p:nvSpPr>
        <p:spPr>
          <a:xfrm>
            <a:off x="5482917" y="1985557"/>
            <a:ext cx="1219200" cy="1219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1917" marR="0" lvl="0" indent="-12191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7"/>
          <p:cNvSpPr txBox="1">
            <a:spLocks noGrp="1"/>
          </p:cNvSpPr>
          <p:nvPr>
            <p:ph type="title"/>
          </p:nvPr>
        </p:nvSpPr>
        <p:spPr>
          <a:xfrm>
            <a:off x="538200" y="538633"/>
            <a:ext cx="11093200" cy="7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37"/>
          <p:cNvSpPr txBox="1">
            <a:spLocks noGrp="1"/>
          </p:cNvSpPr>
          <p:nvPr>
            <p:ph type="body" idx="1"/>
          </p:nvPr>
        </p:nvSpPr>
        <p:spPr>
          <a:xfrm>
            <a:off x="4373233" y="3673309"/>
            <a:ext cx="3445600" cy="10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‒"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2" name="Google Shape;472;p37"/>
          <p:cNvSpPr txBox="1">
            <a:spLocks noGrp="1"/>
          </p:cNvSpPr>
          <p:nvPr>
            <p:ph type="body" idx="2"/>
          </p:nvPr>
        </p:nvSpPr>
        <p:spPr>
          <a:xfrm>
            <a:off x="8276600" y="4283333"/>
            <a:ext cx="3372000" cy="4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867" b="1" i="0">
                <a:solidFill>
                  <a:schemeClr val="accen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‒"/>
              <a:defRPr>
                <a:solidFill>
                  <a:schemeClr val="accent1"/>
                </a:solidFill>
              </a:defRPr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–"/>
              <a:defRPr>
                <a:solidFill>
                  <a:schemeClr val="accent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»"/>
              <a:defRPr>
                <a:solidFill>
                  <a:schemeClr val="accent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73" name="Google Shape;473;p37"/>
          <p:cNvSpPr txBox="1">
            <a:spLocks noGrp="1"/>
          </p:cNvSpPr>
          <p:nvPr>
            <p:ph type="body" idx="3"/>
          </p:nvPr>
        </p:nvSpPr>
        <p:spPr>
          <a:xfrm>
            <a:off x="8276600" y="4661809"/>
            <a:ext cx="3372000" cy="10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‒"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4" name="Google Shape;474;p37"/>
          <p:cNvSpPr txBox="1">
            <a:spLocks noGrp="1"/>
          </p:cNvSpPr>
          <p:nvPr>
            <p:ph type="body" idx="4"/>
          </p:nvPr>
        </p:nvSpPr>
        <p:spPr>
          <a:xfrm>
            <a:off x="538200" y="4624277"/>
            <a:ext cx="3377200" cy="10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‒"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5" name="Google Shape;475;p37"/>
          <p:cNvSpPr txBox="1">
            <a:spLocks noGrp="1"/>
          </p:cNvSpPr>
          <p:nvPr>
            <p:ph type="body" idx="5"/>
          </p:nvPr>
        </p:nvSpPr>
        <p:spPr>
          <a:xfrm>
            <a:off x="4373233" y="3294833"/>
            <a:ext cx="3445600" cy="4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867" b="1" i="0">
                <a:solidFill>
                  <a:schemeClr val="accen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‒"/>
              <a:defRPr>
                <a:solidFill>
                  <a:schemeClr val="accent1"/>
                </a:solidFill>
              </a:defRPr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–"/>
              <a:defRPr>
                <a:solidFill>
                  <a:schemeClr val="accent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»"/>
              <a:defRPr>
                <a:solidFill>
                  <a:schemeClr val="accent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76" name="Google Shape;476;p37"/>
          <p:cNvSpPr txBox="1">
            <a:spLocks noGrp="1"/>
          </p:cNvSpPr>
          <p:nvPr>
            <p:ph type="body" idx="6"/>
          </p:nvPr>
        </p:nvSpPr>
        <p:spPr>
          <a:xfrm>
            <a:off x="538200" y="4249967"/>
            <a:ext cx="3372000" cy="4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867" b="1" i="0">
                <a:solidFill>
                  <a:schemeClr val="accen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‒"/>
              <a:defRPr>
                <a:solidFill>
                  <a:schemeClr val="accent1"/>
                </a:solidFill>
              </a:defRPr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–"/>
              <a:defRPr>
                <a:solidFill>
                  <a:schemeClr val="accent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»"/>
              <a:defRPr>
                <a:solidFill>
                  <a:schemeClr val="accent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77" name="Google Shape;477;p37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3772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9C9C9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8" name="Google Shape;478;p37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79" name="Google Shape;479;p37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9251" y="6451376"/>
            <a:ext cx="190287" cy="132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8367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ubject Comparison-Dark">
  <p:cSld name="Three Subject Comparison-Dark">
    <p:bg>
      <p:bgPr>
        <a:solidFill>
          <a:schemeClr val="dk1"/>
        </a:solidFill>
        <a:effectLst/>
      </p:bgPr>
    </p:bg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8"/>
          <p:cNvSpPr/>
          <p:nvPr/>
        </p:nvSpPr>
        <p:spPr>
          <a:xfrm>
            <a:off x="-4652" y="2527705"/>
            <a:ext cx="12194339" cy="4330695"/>
          </a:xfrm>
          <a:custGeom>
            <a:avLst/>
            <a:gdLst/>
            <a:ahLst/>
            <a:cxnLst/>
            <a:rect l="l" t="t" r="r" b="b"/>
            <a:pathLst>
              <a:path w="9145754" h="3248021" extrusionOk="0">
                <a:moveTo>
                  <a:pt x="4575489" y="0"/>
                </a:moveTo>
                <a:cubicBezTo>
                  <a:pt x="6303696" y="0"/>
                  <a:pt x="7870850" y="689549"/>
                  <a:pt x="9016831" y="1808528"/>
                </a:cubicBezTo>
                <a:lnTo>
                  <a:pt x="9145754" y="1942546"/>
                </a:lnTo>
                <a:lnTo>
                  <a:pt x="9145754" y="3248021"/>
                </a:lnTo>
                <a:lnTo>
                  <a:pt x="0" y="3248021"/>
                </a:lnTo>
                <a:lnTo>
                  <a:pt x="0" y="1947977"/>
                </a:lnTo>
                <a:lnTo>
                  <a:pt x="134147" y="1808528"/>
                </a:lnTo>
                <a:cubicBezTo>
                  <a:pt x="1280129" y="689549"/>
                  <a:pt x="2847283" y="0"/>
                  <a:pt x="457548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400" b="0" i="0" u="none" strike="noStrike" cap="non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38"/>
          <p:cNvSpPr/>
          <p:nvPr/>
        </p:nvSpPr>
        <p:spPr>
          <a:xfrm>
            <a:off x="9279679" y="2936524"/>
            <a:ext cx="1219200" cy="1219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1917" marR="0" lvl="0" indent="-12191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8"/>
          <p:cNvSpPr/>
          <p:nvPr/>
        </p:nvSpPr>
        <p:spPr>
          <a:xfrm>
            <a:off x="1693121" y="2936524"/>
            <a:ext cx="1219200" cy="1219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1917" marR="0" lvl="0" indent="-12191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8"/>
          <p:cNvSpPr/>
          <p:nvPr/>
        </p:nvSpPr>
        <p:spPr>
          <a:xfrm>
            <a:off x="5482917" y="1985557"/>
            <a:ext cx="1219200" cy="1219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1917" marR="0" lvl="0" indent="-12191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8"/>
          <p:cNvSpPr txBox="1">
            <a:spLocks noGrp="1"/>
          </p:cNvSpPr>
          <p:nvPr>
            <p:ph type="title"/>
          </p:nvPr>
        </p:nvSpPr>
        <p:spPr>
          <a:xfrm>
            <a:off x="595433" y="538633"/>
            <a:ext cx="11036000" cy="7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7" name="Google Shape;487;p38"/>
          <p:cNvSpPr txBox="1">
            <a:spLocks noGrp="1"/>
          </p:cNvSpPr>
          <p:nvPr>
            <p:ph type="body" idx="1"/>
          </p:nvPr>
        </p:nvSpPr>
        <p:spPr>
          <a:xfrm>
            <a:off x="4373233" y="3673300"/>
            <a:ext cx="3445600" cy="10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‒"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8" name="Google Shape;488;p38"/>
          <p:cNvSpPr txBox="1">
            <a:spLocks noGrp="1"/>
          </p:cNvSpPr>
          <p:nvPr>
            <p:ph type="body" idx="2"/>
          </p:nvPr>
        </p:nvSpPr>
        <p:spPr>
          <a:xfrm>
            <a:off x="8439404" y="4283341"/>
            <a:ext cx="2901696" cy="41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67" b="1" i="0">
                <a:solidFill>
                  <a:schemeClr val="l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‒"/>
              <a:defRPr>
                <a:solidFill>
                  <a:schemeClr val="lt1"/>
                </a:solidFill>
              </a:defRPr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9" name="Google Shape;489;p38"/>
          <p:cNvSpPr txBox="1">
            <a:spLocks noGrp="1"/>
          </p:cNvSpPr>
          <p:nvPr>
            <p:ph type="body" idx="3"/>
          </p:nvPr>
        </p:nvSpPr>
        <p:spPr>
          <a:xfrm>
            <a:off x="8276600" y="4661833"/>
            <a:ext cx="3377200" cy="10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‒"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0" name="Google Shape;490;p38"/>
          <p:cNvSpPr txBox="1">
            <a:spLocks noGrp="1"/>
          </p:cNvSpPr>
          <p:nvPr>
            <p:ph type="body" idx="4"/>
          </p:nvPr>
        </p:nvSpPr>
        <p:spPr>
          <a:xfrm>
            <a:off x="538200" y="4624267"/>
            <a:ext cx="3377200" cy="10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‒"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1" name="Google Shape;491;p38"/>
          <p:cNvSpPr txBox="1">
            <a:spLocks noGrp="1"/>
          </p:cNvSpPr>
          <p:nvPr>
            <p:ph type="body" idx="5"/>
          </p:nvPr>
        </p:nvSpPr>
        <p:spPr>
          <a:xfrm>
            <a:off x="4373233" y="3294833"/>
            <a:ext cx="3445600" cy="4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67" b="1" i="0">
                <a:solidFill>
                  <a:schemeClr val="l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‒"/>
              <a:defRPr>
                <a:solidFill>
                  <a:schemeClr val="lt1"/>
                </a:solidFill>
              </a:defRPr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2" name="Google Shape;492;p38"/>
          <p:cNvSpPr txBox="1">
            <a:spLocks noGrp="1"/>
          </p:cNvSpPr>
          <p:nvPr>
            <p:ph type="body" idx="6"/>
          </p:nvPr>
        </p:nvSpPr>
        <p:spPr>
          <a:xfrm>
            <a:off x="538200" y="4249967"/>
            <a:ext cx="3377200" cy="4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67" b="1" i="0">
                <a:solidFill>
                  <a:schemeClr val="l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‒"/>
              <a:defRPr>
                <a:solidFill>
                  <a:schemeClr val="lt1"/>
                </a:solidFill>
              </a:defRPr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3" name="Google Shape;493;p38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3772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9C9C9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4" name="Google Shape;494;p38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95" name="Google Shape;495;p38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4005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ubject Comparison-Dark2">
  <p:cSld name="Three Subject Comparison-Dark2">
    <p:bg>
      <p:bgPr>
        <a:solidFill>
          <a:schemeClr val="dk1"/>
        </a:solidFill>
        <a:effectLst/>
      </p:bgPr>
    </p:bg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9"/>
          <p:cNvSpPr/>
          <p:nvPr/>
        </p:nvSpPr>
        <p:spPr>
          <a:xfrm>
            <a:off x="538199" y="1660468"/>
            <a:ext cx="3387200" cy="410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1917" marR="0" lvl="0" indent="-12191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39"/>
          <p:cNvSpPr/>
          <p:nvPr/>
        </p:nvSpPr>
        <p:spPr>
          <a:xfrm>
            <a:off x="4373233" y="1660467"/>
            <a:ext cx="3468400" cy="410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1917" marR="0" lvl="0" indent="-12191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9" name="Google Shape;499;p39"/>
          <p:cNvSpPr/>
          <p:nvPr/>
        </p:nvSpPr>
        <p:spPr>
          <a:xfrm>
            <a:off x="8266435" y="1660468"/>
            <a:ext cx="3387200" cy="410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1917" marR="0" lvl="0" indent="-12191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0" name="Google Shape;500;p39"/>
          <p:cNvPicPr preferRelativeResize="0"/>
          <p:nvPr/>
        </p:nvPicPr>
        <p:blipFill rotWithShape="1">
          <a:blip r:embed="rId2">
            <a:alphaModFix/>
          </a:blip>
          <a:srcRect b="48667"/>
          <a:stretch/>
        </p:blipFill>
        <p:spPr>
          <a:xfrm>
            <a:off x="1397932" y="4912392"/>
            <a:ext cx="1667733" cy="856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9"/>
          <p:cNvPicPr preferRelativeResize="0"/>
          <p:nvPr/>
        </p:nvPicPr>
        <p:blipFill rotWithShape="1">
          <a:blip r:embed="rId2">
            <a:alphaModFix/>
          </a:blip>
          <a:srcRect b="48667"/>
          <a:stretch/>
        </p:blipFill>
        <p:spPr>
          <a:xfrm>
            <a:off x="5273567" y="4912392"/>
            <a:ext cx="1667733" cy="856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9"/>
          <p:cNvPicPr preferRelativeResize="0"/>
          <p:nvPr/>
        </p:nvPicPr>
        <p:blipFill rotWithShape="1">
          <a:blip r:embed="rId2">
            <a:alphaModFix/>
          </a:blip>
          <a:srcRect b="48667"/>
          <a:stretch/>
        </p:blipFill>
        <p:spPr>
          <a:xfrm>
            <a:off x="9126168" y="4912392"/>
            <a:ext cx="1667733" cy="856067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9"/>
          <p:cNvSpPr txBox="1">
            <a:spLocks noGrp="1"/>
          </p:cNvSpPr>
          <p:nvPr>
            <p:ph type="title"/>
          </p:nvPr>
        </p:nvSpPr>
        <p:spPr>
          <a:xfrm>
            <a:off x="538200" y="538633"/>
            <a:ext cx="11093200" cy="7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39"/>
          <p:cNvSpPr txBox="1">
            <a:spLocks noGrp="1"/>
          </p:cNvSpPr>
          <p:nvPr>
            <p:ph type="ftr" idx="11"/>
          </p:nvPr>
        </p:nvSpPr>
        <p:spPr>
          <a:xfrm>
            <a:off x="538201" y="6300532"/>
            <a:ext cx="3733200" cy="4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505" name="Google Shape;505;p39"/>
          <p:cNvSpPr txBox="1">
            <a:spLocks noGrp="1"/>
          </p:cNvSpPr>
          <p:nvPr>
            <p:ph type="body" idx="1"/>
          </p:nvPr>
        </p:nvSpPr>
        <p:spPr>
          <a:xfrm>
            <a:off x="742799" y="4196661"/>
            <a:ext cx="2978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‒"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6" name="Google Shape;506;p39"/>
          <p:cNvSpPr txBox="1">
            <a:spLocks noGrp="1"/>
          </p:cNvSpPr>
          <p:nvPr>
            <p:ph type="body" idx="2"/>
          </p:nvPr>
        </p:nvSpPr>
        <p:spPr>
          <a:xfrm>
            <a:off x="742799" y="3638367"/>
            <a:ext cx="2978000" cy="4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 b="1" i="0">
                <a:solidFill>
                  <a:schemeClr val="l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‒"/>
              <a:defRPr>
                <a:solidFill>
                  <a:schemeClr val="lt1"/>
                </a:solidFill>
              </a:defRPr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7" name="Google Shape;507;p39"/>
          <p:cNvSpPr txBox="1">
            <a:spLocks noGrp="1"/>
          </p:cNvSpPr>
          <p:nvPr>
            <p:ph type="body" idx="3"/>
          </p:nvPr>
        </p:nvSpPr>
        <p:spPr>
          <a:xfrm>
            <a:off x="4618433" y="4196661"/>
            <a:ext cx="2978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‒"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8" name="Google Shape;508;p39"/>
          <p:cNvSpPr txBox="1">
            <a:spLocks noGrp="1"/>
          </p:cNvSpPr>
          <p:nvPr>
            <p:ph type="body" idx="4"/>
          </p:nvPr>
        </p:nvSpPr>
        <p:spPr>
          <a:xfrm>
            <a:off x="4618433" y="3638367"/>
            <a:ext cx="2978000" cy="4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 b="1" i="0">
                <a:solidFill>
                  <a:schemeClr val="l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‒"/>
              <a:defRPr>
                <a:solidFill>
                  <a:schemeClr val="lt1"/>
                </a:solidFill>
              </a:defRPr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9" name="Google Shape;509;p39"/>
          <p:cNvSpPr txBox="1">
            <a:spLocks noGrp="1"/>
          </p:cNvSpPr>
          <p:nvPr>
            <p:ph type="body" idx="5"/>
          </p:nvPr>
        </p:nvSpPr>
        <p:spPr>
          <a:xfrm>
            <a:off x="8471035" y="4196661"/>
            <a:ext cx="2978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‒"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0" name="Google Shape;510;p39"/>
          <p:cNvSpPr txBox="1">
            <a:spLocks noGrp="1"/>
          </p:cNvSpPr>
          <p:nvPr>
            <p:ph type="body" idx="6"/>
          </p:nvPr>
        </p:nvSpPr>
        <p:spPr>
          <a:xfrm>
            <a:off x="8471035" y="3638367"/>
            <a:ext cx="2978000" cy="4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 b="1" i="0">
                <a:solidFill>
                  <a:schemeClr val="l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‒"/>
              <a:defRPr>
                <a:solidFill>
                  <a:schemeClr val="lt1"/>
                </a:solidFill>
              </a:defRPr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1" name="Google Shape;511;p39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12" name="Google Shape;512;p39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0320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ubject Comparison-2">
  <p:cSld name="Three Subject Comparison-2">
    <p:bg>
      <p:bgPr>
        <a:solidFill>
          <a:schemeClr val="lt1"/>
        </a:solidFill>
        <a:effectLst/>
      </p:bgPr>
    </p:bg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0"/>
          <p:cNvSpPr/>
          <p:nvPr/>
        </p:nvSpPr>
        <p:spPr>
          <a:xfrm>
            <a:off x="538199" y="1660468"/>
            <a:ext cx="3387200" cy="41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1917" marR="0" lvl="0" indent="-12191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5" name="Google Shape;515;p40"/>
          <p:cNvSpPr/>
          <p:nvPr/>
        </p:nvSpPr>
        <p:spPr>
          <a:xfrm>
            <a:off x="4373233" y="1660467"/>
            <a:ext cx="3468400" cy="41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1917" marR="0" lvl="0" indent="-12191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6" name="Google Shape;516;p40"/>
          <p:cNvSpPr/>
          <p:nvPr/>
        </p:nvSpPr>
        <p:spPr>
          <a:xfrm>
            <a:off x="8266435" y="1660468"/>
            <a:ext cx="3387200" cy="41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1917" marR="0" lvl="0" indent="-12191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17" name="Google Shape;517;p40"/>
          <p:cNvPicPr preferRelativeResize="0"/>
          <p:nvPr/>
        </p:nvPicPr>
        <p:blipFill rotWithShape="1">
          <a:blip r:embed="rId2">
            <a:alphaModFix/>
          </a:blip>
          <a:srcRect b="48667"/>
          <a:stretch/>
        </p:blipFill>
        <p:spPr>
          <a:xfrm>
            <a:off x="1397932" y="4912392"/>
            <a:ext cx="1667733" cy="856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40"/>
          <p:cNvPicPr preferRelativeResize="0"/>
          <p:nvPr/>
        </p:nvPicPr>
        <p:blipFill rotWithShape="1">
          <a:blip r:embed="rId2">
            <a:alphaModFix/>
          </a:blip>
          <a:srcRect b="48667"/>
          <a:stretch/>
        </p:blipFill>
        <p:spPr>
          <a:xfrm>
            <a:off x="5273567" y="4912392"/>
            <a:ext cx="1667733" cy="856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40"/>
          <p:cNvPicPr preferRelativeResize="0"/>
          <p:nvPr/>
        </p:nvPicPr>
        <p:blipFill rotWithShape="1">
          <a:blip r:embed="rId2">
            <a:alphaModFix/>
          </a:blip>
          <a:srcRect b="48667"/>
          <a:stretch/>
        </p:blipFill>
        <p:spPr>
          <a:xfrm>
            <a:off x="9126168" y="4912392"/>
            <a:ext cx="1667733" cy="856067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40"/>
          <p:cNvSpPr txBox="1">
            <a:spLocks noGrp="1"/>
          </p:cNvSpPr>
          <p:nvPr>
            <p:ph type="title"/>
          </p:nvPr>
        </p:nvSpPr>
        <p:spPr>
          <a:xfrm>
            <a:off x="538200" y="538633"/>
            <a:ext cx="11093200" cy="7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40"/>
          <p:cNvSpPr txBox="1">
            <a:spLocks noGrp="1"/>
          </p:cNvSpPr>
          <p:nvPr>
            <p:ph type="ftr" idx="11"/>
          </p:nvPr>
        </p:nvSpPr>
        <p:spPr>
          <a:xfrm>
            <a:off x="538201" y="6300532"/>
            <a:ext cx="3733200" cy="4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522" name="Google Shape;522;p40"/>
          <p:cNvSpPr txBox="1">
            <a:spLocks noGrp="1"/>
          </p:cNvSpPr>
          <p:nvPr>
            <p:ph type="body" idx="1"/>
          </p:nvPr>
        </p:nvSpPr>
        <p:spPr>
          <a:xfrm>
            <a:off x="742799" y="4196661"/>
            <a:ext cx="2978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‒"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solidFill>
                  <a:schemeClr val="dk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>
                <a:solidFill>
                  <a:schemeClr val="dk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3" name="Google Shape;523;p40"/>
          <p:cNvSpPr txBox="1">
            <a:spLocks noGrp="1"/>
          </p:cNvSpPr>
          <p:nvPr>
            <p:ph type="body" idx="2"/>
          </p:nvPr>
        </p:nvSpPr>
        <p:spPr>
          <a:xfrm>
            <a:off x="742799" y="3638367"/>
            <a:ext cx="2978000" cy="4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 i="0"/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‒"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solidFill>
                  <a:schemeClr val="dk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>
                <a:solidFill>
                  <a:schemeClr val="dk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4" name="Google Shape;524;p40"/>
          <p:cNvSpPr txBox="1">
            <a:spLocks noGrp="1"/>
          </p:cNvSpPr>
          <p:nvPr>
            <p:ph type="body" idx="3"/>
          </p:nvPr>
        </p:nvSpPr>
        <p:spPr>
          <a:xfrm>
            <a:off x="4618433" y="4196661"/>
            <a:ext cx="2978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‒"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solidFill>
                  <a:schemeClr val="dk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>
                <a:solidFill>
                  <a:schemeClr val="dk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5" name="Google Shape;525;p40"/>
          <p:cNvSpPr txBox="1">
            <a:spLocks noGrp="1"/>
          </p:cNvSpPr>
          <p:nvPr>
            <p:ph type="body" idx="4"/>
          </p:nvPr>
        </p:nvSpPr>
        <p:spPr>
          <a:xfrm>
            <a:off x="4618433" y="3638367"/>
            <a:ext cx="2978000" cy="4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 i="0"/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‒"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solidFill>
                  <a:schemeClr val="dk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>
                <a:solidFill>
                  <a:schemeClr val="dk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6" name="Google Shape;526;p40"/>
          <p:cNvSpPr txBox="1">
            <a:spLocks noGrp="1"/>
          </p:cNvSpPr>
          <p:nvPr>
            <p:ph type="body" idx="5"/>
          </p:nvPr>
        </p:nvSpPr>
        <p:spPr>
          <a:xfrm>
            <a:off x="8471035" y="4196661"/>
            <a:ext cx="2978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‒"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solidFill>
                  <a:schemeClr val="dk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>
                <a:solidFill>
                  <a:schemeClr val="dk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7" name="Google Shape;527;p40"/>
          <p:cNvSpPr txBox="1">
            <a:spLocks noGrp="1"/>
          </p:cNvSpPr>
          <p:nvPr>
            <p:ph type="body" idx="6"/>
          </p:nvPr>
        </p:nvSpPr>
        <p:spPr>
          <a:xfrm>
            <a:off x="8471035" y="3638367"/>
            <a:ext cx="2978000" cy="4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 i="0"/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‒"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solidFill>
                  <a:schemeClr val="dk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>
                <a:solidFill>
                  <a:schemeClr val="dk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8" name="Google Shape;528;p40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29" name="Google Shape;529;p40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3680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Subject Comparison-Dark">
  <p:cSld name="Four Subject Comparison-Dark">
    <p:bg>
      <p:bgPr>
        <a:solidFill>
          <a:schemeClr val="dk1"/>
        </a:solidFill>
        <a:effectLst/>
      </p:bgPr>
    </p:bg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1"/>
          <p:cNvSpPr/>
          <p:nvPr/>
        </p:nvSpPr>
        <p:spPr>
          <a:xfrm>
            <a:off x="538200" y="1660464"/>
            <a:ext cx="2517200" cy="4635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1917" marR="0" lvl="0" indent="-12191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2" name="Google Shape;532;p41"/>
          <p:cNvSpPr/>
          <p:nvPr/>
        </p:nvSpPr>
        <p:spPr>
          <a:xfrm>
            <a:off x="3388175" y="1660463"/>
            <a:ext cx="2577600" cy="4635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1917" marR="0" lvl="0" indent="-12191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3" name="Google Shape;533;p41"/>
          <p:cNvSpPr/>
          <p:nvPr/>
        </p:nvSpPr>
        <p:spPr>
          <a:xfrm>
            <a:off x="6281376" y="1660464"/>
            <a:ext cx="2517200" cy="4635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1917" marR="0" lvl="0" indent="-12191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34" name="Google Shape;534;p41"/>
          <p:cNvPicPr preferRelativeResize="0"/>
          <p:nvPr/>
        </p:nvPicPr>
        <p:blipFill rotWithShape="1">
          <a:blip r:embed="rId2">
            <a:alphaModFix/>
          </a:blip>
          <a:srcRect b="48667"/>
          <a:stretch/>
        </p:blipFill>
        <p:spPr>
          <a:xfrm>
            <a:off x="1177103" y="5659981"/>
            <a:ext cx="1239363" cy="636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41"/>
          <p:cNvPicPr preferRelativeResize="0"/>
          <p:nvPr/>
        </p:nvPicPr>
        <p:blipFill rotWithShape="1">
          <a:blip r:embed="rId2">
            <a:alphaModFix/>
          </a:blip>
          <a:srcRect b="48667"/>
          <a:stretch/>
        </p:blipFill>
        <p:spPr>
          <a:xfrm>
            <a:off x="4057249" y="5659981"/>
            <a:ext cx="1239363" cy="636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41"/>
          <p:cNvPicPr preferRelativeResize="0"/>
          <p:nvPr/>
        </p:nvPicPr>
        <p:blipFill rotWithShape="1">
          <a:blip r:embed="rId2">
            <a:alphaModFix/>
          </a:blip>
          <a:srcRect b="48667"/>
          <a:stretch/>
        </p:blipFill>
        <p:spPr>
          <a:xfrm>
            <a:off x="6920277" y="5659981"/>
            <a:ext cx="1239363" cy="636179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41"/>
          <p:cNvSpPr txBox="1">
            <a:spLocks noGrp="1"/>
          </p:cNvSpPr>
          <p:nvPr>
            <p:ph type="title"/>
          </p:nvPr>
        </p:nvSpPr>
        <p:spPr>
          <a:xfrm>
            <a:off x="538200" y="538633"/>
            <a:ext cx="11093200" cy="7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41"/>
          <p:cNvSpPr txBox="1">
            <a:spLocks noGrp="1"/>
          </p:cNvSpPr>
          <p:nvPr>
            <p:ph type="ftr" idx="11"/>
          </p:nvPr>
        </p:nvSpPr>
        <p:spPr>
          <a:xfrm>
            <a:off x="538201" y="6300532"/>
            <a:ext cx="3733200" cy="4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539" name="Google Shape;539;p41"/>
          <p:cNvSpPr txBox="1">
            <a:spLocks noGrp="1"/>
          </p:cNvSpPr>
          <p:nvPr>
            <p:ph type="body" idx="1"/>
          </p:nvPr>
        </p:nvSpPr>
        <p:spPr>
          <a:xfrm>
            <a:off x="690247" y="5128092"/>
            <a:ext cx="2213200" cy="6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‒"/>
              <a:defRPr>
                <a:solidFill>
                  <a:schemeClr val="lt1"/>
                </a:solidFill>
              </a:defRPr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0" name="Google Shape;540;p41"/>
          <p:cNvSpPr txBox="1">
            <a:spLocks noGrp="1"/>
          </p:cNvSpPr>
          <p:nvPr>
            <p:ph type="body" idx="2"/>
          </p:nvPr>
        </p:nvSpPr>
        <p:spPr>
          <a:xfrm>
            <a:off x="690247" y="3875967"/>
            <a:ext cx="2213200" cy="3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 b="1" i="0">
                <a:solidFill>
                  <a:schemeClr val="l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‒"/>
              <a:defRPr>
                <a:solidFill>
                  <a:schemeClr val="lt1"/>
                </a:solidFill>
              </a:defRPr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1" name="Google Shape;541;p41"/>
          <p:cNvSpPr txBox="1">
            <a:spLocks noGrp="1"/>
          </p:cNvSpPr>
          <p:nvPr>
            <p:ph type="body" idx="3"/>
          </p:nvPr>
        </p:nvSpPr>
        <p:spPr>
          <a:xfrm>
            <a:off x="3570392" y="5128092"/>
            <a:ext cx="2213200" cy="6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‒"/>
              <a:defRPr>
                <a:solidFill>
                  <a:schemeClr val="lt1"/>
                </a:solidFill>
              </a:defRPr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2" name="Google Shape;542;p41"/>
          <p:cNvSpPr txBox="1">
            <a:spLocks noGrp="1"/>
          </p:cNvSpPr>
          <p:nvPr>
            <p:ph type="body" idx="4"/>
          </p:nvPr>
        </p:nvSpPr>
        <p:spPr>
          <a:xfrm>
            <a:off x="3570392" y="3875967"/>
            <a:ext cx="2213200" cy="3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 b="1" i="0">
                <a:solidFill>
                  <a:schemeClr val="l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‒"/>
              <a:defRPr>
                <a:solidFill>
                  <a:schemeClr val="lt1"/>
                </a:solidFill>
              </a:defRPr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3" name="Google Shape;543;p41"/>
          <p:cNvSpPr txBox="1">
            <a:spLocks noGrp="1"/>
          </p:cNvSpPr>
          <p:nvPr>
            <p:ph type="body" idx="5"/>
          </p:nvPr>
        </p:nvSpPr>
        <p:spPr>
          <a:xfrm>
            <a:off x="6433421" y="5128092"/>
            <a:ext cx="2213200" cy="6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‒"/>
              <a:defRPr>
                <a:solidFill>
                  <a:schemeClr val="lt1"/>
                </a:solidFill>
              </a:defRPr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4" name="Google Shape;544;p41"/>
          <p:cNvSpPr txBox="1">
            <a:spLocks noGrp="1"/>
          </p:cNvSpPr>
          <p:nvPr>
            <p:ph type="body" idx="6"/>
          </p:nvPr>
        </p:nvSpPr>
        <p:spPr>
          <a:xfrm>
            <a:off x="6433421" y="3875967"/>
            <a:ext cx="2213200" cy="3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 b="1" i="0">
                <a:solidFill>
                  <a:schemeClr val="l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‒"/>
              <a:defRPr>
                <a:solidFill>
                  <a:schemeClr val="lt1"/>
                </a:solidFill>
              </a:defRPr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5" name="Google Shape;545;p41"/>
          <p:cNvSpPr/>
          <p:nvPr/>
        </p:nvSpPr>
        <p:spPr>
          <a:xfrm>
            <a:off x="9114233" y="1660464"/>
            <a:ext cx="2517200" cy="4635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1917" marR="0" lvl="0" indent="-12191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46" name="Google Shape;546;p41"/>
          <p:cNvPicPr preferRelativeResize="0"/>
          <p:nvPr/>
        </p:nvPicPr>
        <p:blipFill rotWithShape="1">
          <a:blip r:embed="rId2">
            <a:alphaModFix/>
          </a:blip>
          <a:srcRect b="48667"/>
          <a:stretch/>
        </p:blipFill>
        <p:spPr>
          <a:xfrm>
            <a:off x="9753133" y="5659981"/>
            <a:ext cx="1239363" cy="63617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1"/>
          <p:cNvSpPr txBox="1">
            <a:spLocks noGrp="1"/>
          </p:cNvSpPr>
          <p:nvPr>
            <p:ph type="body" idx="7"/>
          </p:nvPr>
        </p:nvSpPr>
        <p:spPr>
          <a:xfrm>
            <a:off x="9266277" y="5128092"/>
            <a:ext cx="2213200" cy="6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‒"/>
              <a:defRPr>
                <a:solidFill>
                  <a:schemeClr val="lt1"/>
                </a:solidFill>
              </a:defRPr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8" name="Google Shape;548;p41"/>
          <p:cNvSpPr txBox="1">
            <a:spLocks noGrp="1"/>
          </p:cNvSpPr>
          <p:nvPr>
            <p:ph type="body" idx="8"/>
          </p:nvPr>
        </p:nvSpPr>
        <p:spPr>
          <a:xfrm>
            <a:off x="9266277" y="3875967"/>
            <a:ext cx="2213200" cy="3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 b="1" i="0">
                <a:solidFill>
                  <a:schemeClr val="lt1"/>
                </a:solidFill>
              </a:defRPr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‒"/>
              <a:defRPr>
                <a:solidFill>
                  <a:schemeClr val="lt1"/>
                </a:solidFill>
              </a:defRPr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9" name="Google Shape;549;p41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0" name="Google Shape;550;p41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3468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Subject Comparison">
  <p:cSld name="Four Subject Comparison">
    <p:bg>
      <p:bgPr>
        <a:solidFill>
          <a:schemeClr val="lt1"/>
        </a:solidFill>
        <a:effectLst/>
      </p:bgPr>
    </p:bg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2"/>
          <p:cNvSpPr/>
          <p:nvPr/>
        </p:nvSpPr>
        <p:spPr>
          <a:xfrm>
            <a:off x="538200" y="1660465"/>
            <a:ext cx="2517200" cy="41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1917" marR="0" lvl="0" indent="-12191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3" name="Google Shape;553;p42"/>
          <p:cNvSpPr/>
          <p:nvPr/>
        </p:nvSpPr>
        <p:spPr>
          <a:xfrm>
            <a:off x="3388175" y="1660464"/>
            <a:ext cx="2577600" cy="41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1917" marR="0" lvl="0" indent="-12191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4" name="Google Shape;554;p42"/>
          <p:cNvSpPr/>
          <p:nvPr/>
        </p:nvSpPr>
        <p:spPr>
          <a:xfrm>
            <a:off x="6281376" y="1660465"/>
            <a:ext cx="2517200" cy="41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1917" marR="0" lvl="0" indent="-12191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5" name="Google Shape;555;p42"/>
          <p:cNvPicPr preferRelativeResize="0"/>
          <p:nvPr/>
        </p:nvPicPr>
        <p:blipFill rotWithShape="1">
          <a:blip r:embed="rId2">
            <a:alphaModFix/>
          </a:blip>
          <a:srcRect b="48667"/>
          <a:stretch/>
        </p:blipFill>
        <p:spPr>
          <a:xfrm>
            <a:off x="1177103" y="5132281"/>
            <a:ext cx="1239363" cy="636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42"/>
          <p:cNvPicPr preferRelativeResize="0"/>
          <p:nvPr/>
        </p:nvPicPr>
        <p:blipFill rotWithShape="1">
          <a:blip r:embed="rId2">
            <a:alphaModFix/>
          </a:blip>
          <a:srcRect b="48667"/>
          <a:stretch/>
        </p:blipFill>
        <p:spPr>
          <a:xfrm>
            <a:off x="4057249" y="5132281"/>
            <a:ext cx="1239363" cy="636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42"/>
          <p:cNvPicPr preferRelativeResize="0"/>
          <p:nvPr/>
        </p:nvPicPr>
        <p:blipFill rotWithShape="1">
          <a:blip r:embed="rId2">
            <a:alphaModFix/>
          </a:blip>
          <a:srcRect b="48667"/>
          <a:stretch/>
        </p:blipFill>
        <p:spPr>
          <a:xfrm>
            <a:off x="6920277" y="5132281"/>
            <a:ext cx="1239363" cy="636179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42"/>
          <p:cNvSpPr txBox="1">
            <a:spLocks noGrp="1"/>
          </p:cNvSpPr>
          <p:nvPr>
            <p:ph type="title"/>
          </p:nvPr>
        </p:nvSpPr>
        <p:spPr>
          <a:xfrm>
            <a:off x="538200" y="538633"/>
            <a:ext cx="11093200" cy="7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9" name="Google Shape;559;p42"/>
          <p:cNvSpPr txBox="1">
            <a:spLocks noGrp="1"/>
          </p:cNvSpPr>
          <p:nvPr>
            <p:ph type="ftr" idx="11"/>
          </p:nvPr>
        </p:nvSpPr>
        <p:spPr>
          <a:xfrm>
            <a:off x="538201" y="6300532"/>
            <a:ext cx="3733200" cy="4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560" name="Google Shape;560;p42"/>
          <p:cNvSpPr txBox="1">
            <a:spLocks noGrp="1"/>
          </p:cNvSpPr>
          <p:nvPr>
            <p:ph type="body" idx="1"/>
          </p:nvPr>
        </p:nvSpPr>
        <p:spPr>
          <a:xfrm>
            <a:off x="690247" y="4272696"/>
            <a:ext cx="2213200" cy="6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‒"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solidFill>
                  <a:schemeClr val="dk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>
                <a:solidFill>
                  <a:schemeClr val="dk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1" name="Google Shape;561;p42"/>
          <p:cNvSpPr txBox="1">
            <a:spLocks noGrp="1"/>
          </p:cNvSpPr>
          <p:nvPr>
            <p:ph type="body" idx="2"/>
          </p:nvPr>
        </p:nvSpPr>
        <p:spPr>
          <a:xfrm>
            <a:off x="690247" y="3857804"/>
            <a:ext cx="2213200" cy="3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 i="0"/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‒"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solidFill>
                  <a:schemeClr val="dk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>
                <a:solidFill>
                  <a:schemeClr val="dk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2" name="Google Shape;562;p42"/>
          <p:cNvSpPr txBox="1">
            <a:spLocks noGrp="1"/>
          </p:cNvSpPr>
          <p:nvPr>
            <p:ph type="body" idx="3"/>
          </p:nvPr>
        </p:nvSpPr>
        <p:spPr>
          <a:xfrm>
            <a:off x="3570392" y="4272696"/>
            <a:ext cx="2213200" cy="6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‒"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solidFill>
                  <a:schemeClr val="dk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>
                <a:solidFill>
                  <a:schemeClr val="dk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3" name="Google Shape;563;p42"/>
          <p:cNvSpPr txBox="1">
            <a:spLocks noGrp="1"/>
          </p:cNvSpPr>
          <p:nvPr>
            <p:ph type="body" idx="4"/>
          </p:nvPr>
        </p:nvSpPr>
        <p:spPr>
          <a:xfrm>
            <a:off x="3570392" y="3857804"/>
            <a:ext cx="2213200" cy="3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 i="0"/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‒"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solidFill>
                  <a:schemeClr val="dk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>
                <a:solidFill>
                  <a:schemeClr val="dk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4" name="Google Shape;564;p42"/>
          <p:cNvSpPr txBox="1">
            <a:spLocks noGrp="1"/>
          </p:cNvSpPr>
          <p:nvPr>
            <p:ph type="body" idx="5"/>
          </p:nvPr>
        </p:nvSpPr>
        <p:spPr>
          <a:xfrm>
            <a:off x="6433421" y="4272696"/>
            <a:ext cx="2213200" cy="6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‒"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solidFill>
                  <a:schemeClr val="dk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>
                <a:solidFill>
                  <a:schemeClr val="dk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5" name="Google Shape;565;p42"/>
          <p:cNvSpPr txBox="1">
            <a:spLocks noGrp="1"/>
          </p:cNvSpPr>
          <p:nvPr>
            <p:ph type="body" idx="6"/>
          </p:nvPr>
        </p:nvSpPr>
        <p:spPr>
          <a:xfrm>
            <a:off x="6433421" y="3857804"/>
            <a:ext cx="2213200" cy="3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 i="0"/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‒"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solidFill>
                  <a:schemeClr val="dk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>
                <a:solidFill>
                  <a:schemeClr val="dk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6" name="Google Shape;566;p42"/>
          <p:cNvSpPr/>
          <p:nvPr/>
        </p:nvSpPr>
        <p:spPr>
          <a:xfrm>
            <a:off x="9114233" y="1660465"/>
            <a:ext cx="2517200" cy="41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1917" marR="0" lvl="0" indent="-12191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133" b="0" i="0" u="none" strike="noStrike" cap="non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67" name="Google Shape;567;p42"/>
          <p:cNvPicPr preferRelativeResize="0"/>
          <p:nvPr/>
        </p:nvPicPr>
        <p:blipFill rotWithShape="1">
          <a:blip r:embed="rId2">
            <a:alphaModFix/>
          </a:blip>
          <a:srcRect b="48667"/>
          <a:stretch/>
        </p:blipFill>
        <p:spPr>
          <a:xfrm>
            <a:off x="9753133" y="5132281"/>
            <a:ext cx="1239363" cy="636179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2"/>
          <p:cNvSpPr txBox="1">
            <a:spLocks noGrp="1"/>
          </p:cNvSpPr>
          <p:nvPr>
            <p:ph type="body" idx="7"/>
          </p:nvPr>
        </p:nvSpPr>
        <p:spPr>
          <a:xfrm>
            <a:off x="9266277" y="4272696"/>
            <a:ext cx="2213200" cy="6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‒"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solidFill>
                  <a:schemeClr val="dk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>
                <a:solidFill>
                  <a:schemeClr val="dk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9" name="Google Shape;569;p42"/>
          <p:cNvSpPr txBox="1">
            <a:spLocks noGrp="1"/>
          </p:cNvSpPr>
          <p:nvPr>
            <p:ph type="body" idx="8"/>
          </p:nvPr>
        </p:nvSpPr>
        <p:spPr>
          <a:xfrm>
            <a:off x="9266277" y="3857804"/>
            <a:ext cx="2213200" cy="3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 i="0"/>
            </a:lvl1pPr>
            <a:lvl2pPr marL="1219170" lvl="1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‒"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solidFill>
                  <a:schemeClr val="dk1"/>
                </a:solidFill>
              </a:defRPr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>
                <a:solidFill>
                  <a:schemeClr val="dk1"/>
                </a:solidFill>
              </a:defRPr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0" name="Google Shape;570;p42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71" name="Google Shape;571;p42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7055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s-Black">
  <p:cSld name="Quotes-Black">
    <p:bg>
      <p:bgPr>
        <a:solidFill>
          <a:schemeClr val="dk1"/>
        </a:solidFill>
        <a:effectLst/>
      </p:bgPr>
    </p:bg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3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43"/>
          <p:cNvSpPr txBox="1">
            <a:spLocks noGrp="1"/>
          </p:cNvSpPr>
          <p:nvPr>
            <p:ph type="body" idx="1"/>
          </p:nvPr>
        </p:nvSpPr>
        <p:spPr>
          <a:xfrm>
            <a:off x="538200" y="1660467"/>
            <a:ext cx="11093200" cy="21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320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>
                <a:solidFill>
                  <a:schemeClr val="lt1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75" name="Google Shape;575;p43"/>
          <p:cNvSpPr txBox="1">
            <a:spLocks noGrp="1"/>
          </p:cNvSpPr>
          <p:nvPr>
            <p:ph type="body" idx="2"/>
          </p:nvPr>
        </p:nvSpPr>
        <p:spPr>
          <a:xfrm>
            <a:off x="538200" y="4168967"/>
            <a:ext cx="7280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467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467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467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467">
                <a:solidFill>
                  <a:schemeClr val="lt1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576" name="Google Shape;576;p43"/>
          <p:cNvGrpSpPr/>
          <p:nvPr/>
        </p:nvGrpSpPr>
        <p:grpSpPr>
          <a:xfrm>
            <a:off x="538191" y="3990416"/>
            <a:ext cx="921755" cy="24400"/>
            <a:chOff x="3842851" y="2453309"/>
            <a:chExt cx="691316" cy="18300"/>
          </a:xfrm>
        </p:grpSpPr>
        <p:sp>
          <p:nvSpPr>
            <p:cNvPr id="577" name="Google Shape;577;p43"/>
            <p:cNvSpPr/>
            <p:nvPr/>
          </p:nvSpPr>
          <p:spPr>
            <a:xfrm rot="-5400000">
              <a:off x="3948901" y="2347259"/>
              <a:ext cx="18300" cy="230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43"/>
            <p:cNvSpPr/>
            <p:nvPr/>
          </p:nvSpPr>
          <p:spPr>
            <a:xfrm rot="-5400000">
              <a:off x="4179359" y="2347259"/>
              <a:ext cx="18300" cy="230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43"/>
            <p:cNvSpPr/>
            <p:nvPr/>
          </p:nvSpPr>
          <p:spPr>
            <a:xfrm rot="-5400000">
              <a:off x="4409817" y="2347259"/>
              <a:ext cx="18300" cy="230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0" name="Google Shape;580;p43"/>
          <p:cNvSpPr/>
          <p:nvPr/>
        </p:nvSpPr>
        <p:spPr>
          <a:xfrm>
            <a:off x="113849" y="953779"/>
            <a:ext cx="848736" cy="6480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042" y="12510"/>
                </a:moveTo>
                <a:cubicBezTo>
                  <a:pt x="18358" y="10854"/>
                  <a:pt x="18783" y="9169"/>
                  <a:pt x="19316" y="7461"/>
                </a:cubicBezTo>
                <a:cubicBezTo>
                  <a:pt x="19850" y="5751"/>
                  <a:pt x="20613" y="3965"/>
                  <a:pt x="21600" y="2099"/>
                </a:cubicBezTo>
                <a:lnTo>
                  <a:pt x="18812" y="0"/>
                </a:lnTo>
                <a:cubicBezTo>
                  <a:pt x="16202" y="3370"/>
                  <a:pt x="14411" y="6374"/>
                  <a:pt x="13443" y="9014"/>
                </a:cubicBezTo>
                <a:cubicBezTo>
                  <a:pt x="12475" y="11657"/>
                  <a:pt x="11990" y="13832"/>
                  <a:pt x="11990" y="15539"/>
                </a:cubicBezTo>
                <a:cubicBezTo>
                  <a:pt x="11990" y="17044"/>
                  <a:pt x="12226" y="18249"/>
                  <a:pt x="12702" y="19153"/>
                </a:cubicBezTo>
                <a:cubicBezTo>
                  <a:pt x="13178" y="20060"/>
                  <a:pt x="13769" y="20696"/>
                  <a:pt x="14481" y="21056"/>
                </a:cubicBezTo>
                <a:cubicBezTo>
                  <a:pt x="15193" y="21417"/>
                  <a:pt x="15886" y="21600"/>
                  <a:pt x="16557" y="21600"/>
                </a:cubicBezTo>
                <a:cubicBezTo>
                  <a:pt x="17863" y="21600"/>
                  <a:pt x="18863" y="21176"/>
                  <a:pt x="19553" y="20316"/>
                </a:cubicBezTo>
                <a:cubicBezTo>
                  <a:pt x="20246" y="19466"/>
                  <a:pt x="20712" y="18416"/>
                  <a:pt x="20948" y="17174"/>
                </a:cubicBezTo>
                <a:cubicBezTo>
                  <a:pt x="21185" y="15928"/>
                  <a:pt x="21245" y="14714"/>
                  <a:pt x="21127" y="13522"/>
                </a:cubicBezTo>
                <a:cubicBezTo>
                  <a:pt x="21127" y="13522"/>
                  <a:pt x="18042" y="12510"/>
                  <a:pt x="18042" y="12510"/>
                </a:cubicBezTo>
                <a:close/>
                <a:moveTo>
                  <a:pt x="9137" y="13522"/>
                </a:moveTo>
                <a:cubicBezTo>
                  <a:pt x="9255" y="14714"/>
                  <a:pt x="9197" y="15928"/>
                  <a:pt x="8958" y="17174"/>
                </a:cubicBezTo>
                <a:cubicBezTo>
                  <a:pt x="8722" y="18416"/>
                  <a:pt x="8256" y="19466"/>
                  <a:pt x="7565" y="20316"/>
                </a:cubicBezTo>
                <a:cubicBezTo>
                  <a:pt x="6873" y="21176"/>
                  <a:pt x="5873" y="21600"/>
                  <a:pt x="4570" y="21600"/>
                </a:cubicBezTo>
                <a:cubicBezTo>
                  <a:pt x="3896" y="21600"/>
                  <a:pt x="3203" y="21417"/>
                  <a:pt x="2494" y="21056"/>
                </a:cubicBezTo>
                <a:cubicBezTo>
                  <a:pt x="1782" y="20696"/>
                  <a:pt x="1188" y="20060"/>
                  <a:pt x="712" y="19153"/>
                </a:cubicBezTo>
                <a:cubicBezTo>
                  <a:pt x="239" y="18249"/>
                  <a:pt x="0" y="17044"/>
                  <a:pt x="0" y="15539"/>
                </a:cubicBezTo>
                <a:cubicBezTo>
                  <a:pt x="0" y="13832"/>
                  <a:pt x="485" y="11657"/>
                  <a:pt x="1453" y="9014"/>
                </a:cubicBezTo>
                <a:cubicBezTo>
                  <a:pt x="2424" y="6374"/>
                  <a:pt x="4212" y="3370"/>
                  <a:pt x="6824" y="0"/>
                </a:cubicBezTo>
                <a:lnTo>
                  <a:pt x="9613" y="2099"/>
                </a:lnTo>
                <a:cubicBezTo>
                  <a:pt x="8623" y="3965"/>
                  <a:pt x="7862" y="5751"/>
                  <a:pt x="7326" y="7461"/>
                </a:cubicBezTo>
                <a:cubicBezTo>
                  <a:pt x="6793" y="9169"/>
                  <a:pt x="6368" y="10854"/>
                  <a:pt x="6052" y="12510"/>
                </a:cubicBezTo>
                <a:cubicBezTo>
                  <a:pt x="6052" y="12510"/>
                  <a:pt x="9137" y="13522"/>
                  <a:pt x="9137" y="1352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43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733200" cy="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2" name="Google Shape;582;p43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83" name="Google Shape;583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9251" y="6451376"/>
            <a:ext cx="190287" cy="132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4874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s, White">
  <p:cSld name="Quotes, White">
    <p:bg>
      <p:bgPr>
        <a:solidFill>
          <a:schemeClr val="lt1"/>
        </a:solidFill>
        <a:effectLst/>
      </p:bgPr>
    </p:bg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4"/>
          <p:cNvSpPr txBox="1">
            <a:spLocks noGrp="1"/>
          </p:cNvSpPr>
          <p:nvPr>
            <p:ph type="body" idx="1"/>
          </p:nvPr>
        </p:nvSpPr>
        <p:spPr>
          <a:xfrm>
            <a:off x="538200" y="1660467"/>
            <a:ext cx="11093200" cy="21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None/>
              <a:defRPr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None/>
              <a:defRPr>
                <a:solidFill>
                  <a:schemeClr val="lt1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6" name="Google Shape;586;p44"/>
          <p:cNvSpPr txBox="1">
            <a:spLocks noGrp="1"/>
          </p:cNvSpPr>
          <p:nvPr>
            <p:ph type="body" idx="2"/>
          </p:nvPr>
        </p:nvSpPr>
        <p:spPr>
          <a:xfrm>
            <a:off x="538200" y="4168967"/>
            <a:ext cx="7280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587" name="Google Shape;587;p44"/>
          <p:cNvGrpSpPr/>
          <p:nvPr/>
        </p:nvGrpSpPr>
        <p:grpSpPr>
          <a:xfrm>
            <a:off x="538191" y="3990432"/>
            <a:ext cx="921832" cy="24384"/>
            <a:chOff x="3842851" y="2453321"/>
            <a:chExt cx="691374" cy="18288"/>
          </a:xfrm>
        </p:grpSpPr>
        <p:sp>
          <p:nvSpPr>
            <p:cNvPr id="588" name="Google Shape;588;p44"/>
            <p:cNvSpPr/>
            <p:nvPr/>
          </p:nvSpPr>
          <p:spPr>
            <a:xfrm rot="-5400000">
              <a:off x="3948936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44"/>
            <p:cNvSpPr/>
            <p:nvPr/>
          </p:nvSpPr>
          <p:spPr>
            <a:xfrm rot="-5400000">
              <a:off x="4179394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44"/>
            <p:cNvSpPr/>
            <p:nvPr/>
          </p:nvSpPr>
          <p:spPr>
            <a:xfrm rot="-5400000">
              <a:off x="4409852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1" name="Google Shape;591;p44"/>
          <p:cNvSpPr/>
          <p:nvPr/>
        </p:nvSpPr>
        <p:spPr>
          <a:xfrm>
            <a:off x="113849" y="953779"/>
            <a:ext cx="848736" cy="6480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042" y="12510"/>
                </a:moveTo>
                <a:cubicBezTo>
                  <a:pt x="18358" y="10854"/>
                  <a:pt x="18783" y="9169"/>
                  <a:pt x="19316" y="7461"/>
                </a:cubicBezTo>
                <a:cubicBezTo>
                  <a:pt x="19850" y="5751"/>
                  <a:pt x="20613" y="3965"/>
                  <a:pt x="21600" y="2099"/>
                </a:cubicBezTo>
                <a:lnTo>
                  <a:pt x="18812" y="0"/>
                </a:lnTo>
                <a:cubicBezTo>
                  <a:pt x="16202" y="3370"/>
                  <a:pt x="14411" y="6374"/>
                  <a:pt x="13443" y="9014"/>
                </a:cubicBezTo>
                <a:cubicBezTo>
                  <a:pt x="12475" y="11657"/>
                  <a:pt x="11990" y="13832"/>
                  <a:pt x="11990" y="15539"/>
                </a:cubicBezTo>
                <a:cubicBezTo>
                  <a:pt x="11990" y="17044"/>
                  <a:pt x="12226" y="18249"/>
                  <a:pt x="12702" y="19153"/>
                </a:cubicBezTo>
                <a:cubicBezTo>
                  <a:pt x="13178" y="20060"/>
                  <a:pt x="13769" y="20696"/>
                  <a:pt x="14481" y="21056"/>
                </a:cubicBezTo>
                <a:cubicBezTo>
                  <a:pt x="15193" y="21417"/>
                  <a:pt x="15886" y="21600"/>
                  <a:pt x="16557" y="21600"/>
                </a:cubicBezTo>
                <a:cubicBezTo>
                  <a:pt x="17863" y="21600"/>
                  <a:pt x="18863" y="21176"/>
                  <a:pt x="19553" y="20316"/>
                </a:cubicBezTo>
                <a:cubicBezTo>
                  <a:pt x="20246" y="19466"/>
                  <a:pt x="20712" y="18416"/>
                  <a:pt x="20948" y="17174"/>
                </a:cubicBezTo>
                <a:cubicBezTo>
                  <a:pt x="21185" y="15928"/>
                  <a:pt x="21245" y="14714"/>
                  <a:pt x="21127" y="13522"/>
                </a:cubicBezTo>
                <a:cubicBezTo>
                  <a:pt x="21127" y="13522"/>
                  <a:pt x="18042" y="12510"/>
                  <a:pt x="18042" y="12510"/>
                </a:cubicBezTo>
                <a:close/>
                <a:moveTo>
                  <a:pt x="9137" y="13522"/>
                </a:moveTo>
                <a:cubicBezTo>
                  <a:pt x="9255" y="14714"/>
                  <a:pt x="9197" y="15928"/>
                  <a:pt x="8958" y="17174"/>
                </a:cubicBezTo>
                <a:cubicBezTo>
                  <a:pt x="8722" y="18416"/>
                  <a:pt x="8256" y="19466"/>
                  <a:pt x="7565" y="20316"/>
                </a:cubicBezTo>
                <a:cubicBezTo>
                  <a:pt x="6873" y="21176"/>
                  <a:pt x="5873" y="21600"/>
                  <a:pt x="4570" y="21600"/>
                </a:cubicBezTo>
                <a:cubicBezTo>
                  <a:pt x="3896" y="21600"/>
                  <a:pt x="3203" y="21417"/>
                  <a:pt x="2494" y="21056"/>
                </a:cubicBezTo>
                <a:cubicBezTo>
                  <a:pt x="1782" y="20696"/>
                  <a:pt x="1188" y="20060"/>
                  <a:pt x="712" y="19153"/>
                </a:cubicBezTo>
                <a:cubicBezTo>
                  <a:pt x="239" y="18249"/>
                  <a:pt x="0" y="17044"/>
                  <a:pt x="0" y="15539"/>
                </a:cubicBezTo>
                <a:cubicBezTo>
                  <a:pt x="0" y="13832"/>
                  <a:pt x="485" y="11657"/>
                  <a:pt x="1453" y="9014"/>
                </a:cubicBezTo>
                <a:cubicBezTo>
                  <a:pt x="2424" y="6374"/>
                  <a:pt x="4212" y="3370"/>
                  <a:pt x="6824" y="0"/>
                </a:cubicBezTo>
                <a:lnTo>
                  <a:pt x="9613" y="2099"/>
                </a:lnTo>
                <a:cubicBezTo>
                  <a:pt x="8623" y="3965"/>
                  <a:pt x="7862" y="5751"/>
                  <a:pt x="7326" y="7461"/>
                </a:cubicBezTo>
                <a:cubicBezTo>
                  <a:pt x="6793" y="9169"/>
                  <a:pt x="6368" y="10854"/>
                  <a:pt x="6052" y="12510"/>
                </a:cubicBezTo>
                <a:cubicBezTo>
                  <a:pt x="6052" y="12510"/>
                  <a:pt x="9137" y="13522"/>
                  <a:pt x="9137" y="13522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44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733200" cy="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9C9C9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44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44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33639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s+Headshot, Black">
  <p:cSld name="Quotes+Headshot, Black">
    <p:bg>
      <p:bgPr>
        <a:solidFill>
          <a:schemeClr val="dk1"/>
        </a:solidFill>
        <a:effectLst/>
      </p:bgPr>
    </p:bg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5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45"/>
          <p:cNvSpPr txBox="1">
            <a:spLocks noGrp="1"/>
          </p:cNvSpPr>
          <p:nvPr>
            <p:ph type="body" idx="1"/>
          </p:nvPr>
        </p:nvSpPr>
        <p:spPr>
          <a:xfrm>
            <a:off x="538200" y="1660467"/>
            <a:ext cx="5312400" cy="21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320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>
                <a:solidFill>
                  <a:schemeClr val="lt1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8" name="Google Shape;598;p45"/>
          <p:cNvSpPr txBox="1">
            <a:spLocks noGrp="1"/>
          </p:cNvSpPr>
          <p:nvPr>
            <p:ph type="body" idx="2"/>
          </p:nvPr>
        </p:nvSpPr>
        <p:spPr>
          <a:xfrm>
            <a:off x="538200" y="4168967"/>
            <a:ext cx="5312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467"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467"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467"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467">
                <a:solidFill>
                  <a:schemeClr val="lt1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599" name="Google Shape;599;p45"/>
          <p:cNvGrpSpPr/>
          <p:nvPr/>
        </p:nvGrpSpPr>
        <p:grpSpPr>
          <a:xfrm>
            <a:off x="538191" y="3990416"/>
            <a:ext cx="921755" cy="24400"/>
            <a:chOff x="3842851" y="2453309"/>
            <a:chExt cx="691316" cy="18300"/>
          </a:xfrm>
        </p:grpSpPr>
        <p:sp>
          <p:nvSpPr>
            <p:cNvPr id="600" name="Google Shape;600;p45"/>
            <p:cNvSpPr/>
            <p:nvPr/>
          </p:nvSpPr>
          <p:spPr>
            <a:xfrm rot="-5400000">
              <a:off x="3948901" y="2347259"/>
              <a:ext cx="18300" cy="230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45"/>
            <p:cNvSpPr/>
            <p:nvPr/>
          </p:nvSpPr>
          <p:spPr>
            <a:xfrm rot="-5400000">
              <a:off x="4179359" y="2347259"/>
              <a:ext cx="18300" cy="230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45"/>
            <p:cNvSpPr/>
            <p:nvPr/>
          </p:nvSpPr>
          <p:spPr>
            <a:xfrm rot="-5400000">
              <a:off x="4409817" y="2347259"/>
              <a:ext cx="18300" cy="230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3" name="Google Shape;603;p45"/>
          <p:cNvSpPr/>
          <p:nvPr/>
        </p:nvSpPr>
        <p:spPr>
          <a:xfrm>
            <a:off x="113849" y="953779"/>
            <a:ext cx="848736" cy="6480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042" y="12510"/>
                </a:moveTo>
                <a:cubicBezTo>
                  <a:pt x="18358" y="10854"/>
                  <a:pt x="18783" y="9169"/>
                  <a:pt x="19316" y="7461"/>
                </a:cubicBezTo>
                <a:cubicBezTo>
                  <a:pt x="19850" y="5751"/>
                  <a:pt x="20613" y="3965"/>
                  <a:pt x="21600" y="2099"/>
                </a:cubicBezTo>
                <a:lnTo>
                  <a:pt x="18812" y="0"/>
                </a:lnTo>
                <a:cubicBezTo>
                  <a:pt x="16202" y="3370"/>
                  <a:pt x="14411" y="6374"/>
                  <a:pt x="13443" y="9014"/>
                </a:cubicBezTo>
                <a:cubicBezTo>
                  <a:pt x="12475" y="11657"/>
                  <a:pt x="11990" y="13832"/>
                  <a:pt x="11990" y="15539"/>
                </a:cubicBezTo>
                <a:cubicBezTo>
                  <a:pt x="11990" y="17044"/>
                  <a:pt x="12226" y="18249"/>
                  <a:pt x="12702" y="19153"/>
                </a:cubicBezTo>
                <a:cubicBezTo>
                  <a:pt x="13178" y="20060"/>
                  <a:pt x="13769" y="20696"/>
                  <a:pt x="14481" y="21056"/>
                </a:cubicBezTo>
                <a:cubicBezTo>
                  <a:pt x="15193" y="21417"/>
                  <a:pt x="15886" y="21600"/>
                  <a:pt x="16557" y="21600"/>
                </a:cubicBezTo>
                <a:cubicBezTo>
                  <a:pt x="17863" y="21600"/>
                  <a:pt x="18863" y="21176"/>
                  <a:pt x="19553" y="20316"/>
                </a:cubicBezTo>
                <a:cubicBezTo>
                  <a:pt x="20246" y="19466"/>
                  <a:pt x="20712" y="18416"/>
                  <a:pt x="20948" y="17174"/>
                </a:cubicBezTo>
                <a:cubicBezTo>
                  <a:pt x="21185" y="15928"/>
                  <a:pt x="21245" y="14714"/>
                  <a:pt x="21127" y="13522"/>
                </a:cubicBezTo>
                <a:cubicBezTo>
                  <a:pt x="21127" y="13522"/>
                  <a:pt x="18042" y="12510"/>
                  <a:pt x="18042" y="12510"/>
                </a:cubicBezTo>
                <a:close/>
                <a:moveTo>
                  <a:pt x="9137" y="13522"/>
                </a:moveTo>
                <a:cubicBezTo>
                  <a:pt x="9255" y="14714"/>
                  <a:pt x="9197" y="15928"/>
                  <a:pt x="8958" y="17174"/>
                </a:cubicBezTo>
                <a:cubicBezTo>
                  <a:pt x="8722" y="18416"/>
                  <a:pt x="8256" y="19466"/>
                  <a:pt x="7565" y="20316"/>
                </a:cubicBezTo>
                <a:cubicBezTo>
                  <a:pt x="6873" y="21176"/>
                  <a:pt x="5873" y="21600"/>
                  <a:pt x="4570" y="21600"/>
                </a:cubicBezTo>
                <a:cubicBezTo>
                  <a:pt x="3896" y="21600"/>
                  <a:pt x="3203" y="21417"/>
                  <a:pt x="2494" y="21056"/>
                </a:cubicBezTo>
                <a:cubicBezTo>
                  <a:pt x="1782" y="20696"/>
                  <a:pt x="1188" y="20060"/>
                  <a:pt x="712" y="19153"/>
                </a:cubicBezTo>
                <a:cubicBezTo>
                  <a:pt x="239" y="18249"/>
                  <a:pt x="0" y="17044"/>
                  <a:pt x="0" y="15539"/>
                </a:cubicBezTo>
                <a:cubicBezTo>
                  <a:pt x="0" y="13832"/>
                  <a:pt x="485" y="11657"/>
                  <a:pt x="1453" y="9014"/>
                </a:cubicBezTo>
                <a:cubicBezTo>
                  <a:pt x="2424" y="6374"/>
                  <a:pt x="4212" y="3370"/>
                  <a:pt x="6824" y="0"/>
                </a:cubicBezTo>
                <a:lnTo>
                  <a:pt x="9613" y="2099"/>
                </a:lnTo>
                <a:cubicBezTo>
                  <a:pt x="8623" y="3965"/>
                  <a:pt x="7862" y="5751"/>
                  <a:pt x="7326" y="7461"/>
                </a:cubicBezTo>
                <a:cubicBezTo>
                  <a:pt x="6793" y="9169"/>
                  <a:pt x="6368" y="10854"/>
                  <a:pt x="6052" y="12510"/>
                </a:cubicBezTo>
                <a:cubicBezTo>
                  <a:pt x="6052" y="12510"/>
                  <a:pt x="9137" y="13522"/>
                  <a:pt x="9137" y="1352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45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733200" cy="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5" name="Google Shape;605;p45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9251" y="6451376"/>
            <a:ext cx="190287" cy="132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45"/>
          <p:cNvPicPr preferRelativeResize="0"/>
          <p:nvPr/>
        </p:nvPicPr>
        <p:blipFill rotWithShape="1">
          <a:blip r:embed="rId3">
            <a:alphaModFix/>
          </a:blip>
          <a:srcRect l="-822" t="19" r="-822" b="28"/>
          <a:stretch/>
        </p:blipFill>
        <p:spPr>
          <a:xfrm>
            <a:off x="6776267" y="914934"/>
            <a:ext cx="5110936" cy="5028133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45"/>
          <p:cNvSpPr>
            <a:spLocks noGrp="1"/>
          </p:cNvSpPr>
          <p:nvPr>
            <p:ph type="pic" idx="3"/>
          </p:nvPr>
        </p:nvSpPr>
        <p:spPr>
          <a:xfrm>
            <a:off x="7338764" y="1371609"/>
            <a:ext cx="3999200" cy="3995200"/>
          </a:xfrm>
          <a:prstGeom prst="ellipse">
            <a:avLst/>
          </a:prstGeom>
          <a:solidFill>
            <a:srgbClr val="BFBFB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564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s+Headshot, White">
  <p:cSld name="Quotes+Headshot, White">
    <p:bg>
      <p:bgPr>
        <a:solidFill>
          <a:schemeClr val="lt1"/>
        </a:solidFill>
        <a:effectLst/>
      </p:bgPr>
    </p:bg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46"/>
          <p:cNvSpPr txBox="1">
            <a:spLocks noGrp="1"/>
          </p:cNvSpPr>
          <p:nvPr>
            <p:ph type="body" idx="1"/>
          </p:nvPr>
        </p:nvSpPr>
        <p:spPr>
          <a:xfrm>
            <a:off x="538200" y="1660467"/>
            <a:ext cx="5312400" cy="21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None/>
              <a:defRPr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None/>
              <a:defRPr>
                <a:solidFill>
                  <a:schemeClr val="lt1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1" name="Google Shape;611;p46"/>
          <p:cNvSpPr txBox="1">
            <a:spLocks noGrp="1"/>
          </p:cNvSpPr>
          <p:nvPr>
            <p:ph type="body" idx="2"/>
          </p:nvPr>
        </p:nvSpPr>
        <p:spPr>
          <a:xfrm>
            <a:off x="538200" y="4168967"/>
            <a:ext cx="5312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612" name="Google Shape;612;p46"/>
          <p:cNvGrpSpPr/>
          <p:nvPr/>
        </p:nvGrpSpPr>
        <p:grpSpPr>
          <a:xfrm>
            <a:off x="538191" y="3990416"/>
            <a:ext cx="921755" cy="24400"/>
            <a:chOff x="3842851" y="2453309"/>
            <a:chExt cx="691316" cy="18300"/>
          </a:xfrm>
        </p:grpSpPr>
        <p:sp>
          <p:nvSpPr>
            <p:cNvPr id="613" name="Google Shape;613;p46"/>
            <p:cNvSpPr/>
            <p:nvPr/>
          </p:nvSpPr>
          <p:spPr>
            <a:xfrm rot="-5400000">
              <a:off x="3948901" y="2347259"/>
              <a:ext cx="18300" cy="230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46"/>
            <p:cNvSpPr/>
            <p:nvPr/>
          </p:nvSpPr>
          <p:spPr>
            <a:xfrm rot="-5400000">
              <a:off x="4179359" y="2347259"/>
              <a:ext cx="18300" cy="230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46"/>
            <p:cNvSpPr/>
            <p:nvPr/>
          </p:nvSpPr>
          <p:spPr>
            <a:xfrm rot="-5400000">
              <a:off x="4409817" y="2347259"/>
              <a:ext cx="18300" cy="230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6" name="Google Shape;616;p46"/>
          <p:cNvSpPr/>
          <p:nvPr/>
        </p:nvSpPr>
        <p:spPr>
          <a:xfrm>
            <a:off x="113849" y="953779"/>
            <a:ext cx="848736" cy="6480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042" y="12510"/>
                </a:moveTo>
                <a:cubicBezTo>
                  <a:pt x="18358" y="10854"/>
                  <a:pt x="18783" y="9169"/>
                  <a:pt x="19316" y="7461"/>
                </a:cubicBezTo>
                <a:cubicBezTo>
                  <a:pt x="19850" y="5751"/>
                  <a:pt x="20613" y="3965"/>
                  <a:pt x="21600" y="2099"/>
                </a:cubicBezTo>
                <a:lnTo>
                  <a:pt x="18812" y="0"/>
                </a:lnTo>
                <a:cubicBezTo>
                  <a:pt x="16202" y="3370"/>
                  <a:pt x="14411" y="6374"/>
                  <a:pt x="13443" y="9014"/>
                </a:cubicBezTo>
                <a:cubicBezTo>
                  <a:pt x="12475" y="11657"/>
                  <a:pt x="11990" y="13832"/>
                  <a:pt x="11990" y="15539"/>
                </a:cubicBezTo>
                <a:cubicBezTo>
                  <a:pt x="11990" y="17044"/>
                  <a:pt x="12226" y="18249"/>
                  <a:pt x="12702" y="19153"/>
                </a:cubicBezTo>
                <a:cubicBezTo>
                  <a:pt x="13178" y="20060"/>
                  <a:pt x="13769" y="20696"/>
                  <a:pt x="14481" y="21056"/>
                </a:cubicBezTo>
                <a:cubicBezTo>
                  <a:pt x="15193" y="21417"/>
                  <a:pt x="15886" y="21600"/>
                  <a:pt x="16557" y="21600"/>
                </a:cubicBezTo>
                <a:cubicBezTo>
                  <a:pt x="17863" y="21600"/>
                  <a:pt x="18863" y="21176"/>
                  <a:pt x="19553" y="20316"/>
                </a:cubicBezTo>
                <a:cubicBezTo>
                  <a:pt x="20246" y="19466"/>
                  <a:pt x="20712" y="18416"/>
                  <a:pt x="20948" y="17174"/>
                </a:cubicBezTo>
                <a:cubicBezTo>
                  <a:pt x="21185" y="15928"/>
                  <a:pt x="21245" y="14714"/>
                  <a:pt x="21127" y="13522"/>
                </a:cubicBezTo>
                <a:cubicBezTo>
                  <a:pt x="21127" y="13522"/>
                  <a:pt x="18042" y="12510"/>
                  <a:pt x="18042" y="12510"/>
                </a:cubicBezTo>
                <a:close/>
                <a:moveTo>
                  <a:pt x="9137" y="13522"/>
                </a:moveTo>
                <a:cubicBezTo>
                  <a:pt x="9255" y="14714"/>
                  <a:pt x="9197" y="15928"/>
                  <a:pt x="8958" y="17174"/>
                </a:cubicBezTo>
                <a:cubicBezTo>
                  <a:pt x="8722" y="18416"/>
                  <a:pt x="8256" y="19466"/>
                  <a:pt x="7565" y="20316"/>
                </a:cubicBezTo>
                <a:cubicBezTo>
                  <a:pt x="6873" y="21176"/>
                  <a:pt x="5873" y="21600"/>
                  <a:pt x="4570" y="21600"/>
                </a:cubicBezTo>
                <a:cubicBezTo>
                  <a:pt x="3896" y="21600"/>
                  <a:pt x="3203" y="21417"/>
                  <a:pt x="2494" y="21056"/>
                </a:cubicBezTo>
                <a:cubicBezTo>
                  <a:pt x="1782" y="20696"/>
                  <a:pt x="1188" y="20060"/>
                  <a:pt x="712" y="19153"/>
                </a:cubicBezTo>
                <a:cubicBezTo>
                  <a:pt x="239" y="18249"/>
                  <a:pt x="0" y="17044"/>
                  <a:pt x="0" y="15539"/>
                </a:cubicBezTo>
                <a:cubicBezTo>
                  <a:pt x="0" y="13832"/>
                  <a:pt x="485" y="11657"/>
                  <a:pt x="1453" y="9014"/>
                </a:cubicBezTo>
                <a:cubicBezTo>
                  <a:pt x="2424" y="6374"/>
                  <a:pt x="4212" y="3370"/>
                  <a:pt x="6824" y="0"/>
                </a:cubicBezTo>
                <a:lnTo>
                  <a:pt x="9613" y="2099"/>
                </a:lnTo>
                <a:cubicBezTo>
                  <a:pt x="8623" y="3965"/>
                  <a:pt x="7862" y="5751"/>
                  <a:pt x="7326" y="7461"/>
                </a:cubicBezTo>
                <a:cubicBezTo>
                  <a:pt x="6793" y="9169"/>
                  <a:pt x="6368" y="10854"/>
                  <a:pt x="6052" y="12510"/>
                </a:cubicBezTo>
                <a:cubicBezTo>
                  <a:pt x="6052" y="12510"/>
                  <a:pt x="9137" y="13522"/>
                  <a:pt x="9137" y="13522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46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733200" cy="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9C9C9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18" name="Google Shape;618;p46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6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20" name="Google Shape;620;p46"/>
          <p:cNvPicPr preferRelativeResize="0"/>
          <p:nvPr/>
        </p:nvPicPr>
        <p:blipFill rotWithShape="1">
          <a:blip r:embed="rId2">
            <a:alphaModFix/>
          </a:blip>
          <a:srcRect l="-822" t="19" r="-822" b="28"/>
          <a:stretch/>
        </p:blipFill>
        <p:spPr>
          <a:xfrm>
            <a:off x="6776267" y="914934"/>
            <a:ext cx="5110936" cy="5028133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46"/>
          <p:cNvSpPr>
            <a:spLocks noGrp="1"/>
          </p:cNvSpPr>
          <p:nvPr>
            <p:ph type="pic" idx="3"/>
          </p:nvPr>
        </p:nvSpPr>
        <p:spPr>
          <a:xfrm>
            <a:off x="7338764" y="1371609"/>
            <a:ext cx="3999200" cy="3995200"/>
          </a:xfrm>
          <a:prstGeom prst="ellipse">
            <a:avLst/>
          </a:prstGeom>
          <a:solidFill>
            <a:srgbClr val="BFBFB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6723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s Image Fill">
  <p:cSld name="Quotes Image Fill">
    <p:bg>
      <p:bgPr>
        <a:solidFill>
          <a:schemeClr val="lt1"/>
        </a:solidFill>
        <a:effectLst/>
      </p:bgPr>
    </p:bg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7"/>
          <p:cNvSpPr>
            <a:spLocks noGrp="1"/>
          </p:cNvSpPr>
          <p:nvPr>
            <p:ph type="pic" idx="2"/>
          </p:nvPr>
        </p:nvSpPr>
        <p:spPr>
          <a:xfrm>
            <a:off x="0" y="0"/>
            <a:ext cx="39156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624" name="Google Shape;624;p47"/>
          <p:cNvSpPr txBox="1">
            <a:spLocks noGrp="1"/>
          </p:cNvSpPr>
          <p:nvPr>
            <p:ph type="body" idx="1"/>
          </p:nvPr>
        </p:nvSpPr>
        <p:spPr>
          <a:xfrm>
            <a:off x="4373233" y="1660467"/>
            <a:ext cx="7056800" cy="32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None/>
              <a:defRPr>
                <a:solidFill>
                  <a:schemeClr val="lt1"/>
                </a:solidFill>
              </a:defRPr>
            </a:lvl4pPr>
            <a:lvl5pPr marL="3047924" lvl="4" indent="-30479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None/>
              <a:defRPr>
                <a:solidFill>
                  <a:schemeClr val="lt1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5" name="Google Shape;625;p47"/>
          <p:cNvSpPr txBox="1">
            <a:spLocks noGrp="1"/>
          </p:cNvSpPr>
          <p:nvPr>
            <p:ph type="body" idx="3"/>
          </p:nvPr>
        </p:nvSpPr>
        <p:spPr>
          <a:xfrm>
            <a:off x="4373100" y="5532667"/>
            <a:ext cx="7056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>
                <a:solidFill>
                  <a:schemeClr val="dk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626" name="Google Shape;626;p47"/>
          <p:cNvGrpSpPr/>
          <p:nvPr/>
        </p:nvGrpSpPr>
        <p:grpSpPr>
          <a:xfrm>
            <a:off x="4373232" y="5275427"/>
            <a:ext cx="921832" cy="24384"/>
            <a:chOff x="3842851" y="2453321"/>
            <a:chExt cx="691374" cy="18288"/>
          </a:xfrm>
        </p:grpSpPr>
        <p:sp>
          <p:nvSpPr>
            <p:cNvPr id="627" name="Google Shape;627;p47"/>
            <p:cNvSpPr/>
            <p:nvPr/>
          </p:nvSpPr>
          <p:spPr>
            <a:xfrm rot="-5400000">
              <a:off x="3948936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47"/>
            <p:cNvSpPr/>
            <p:nvPr/>
          </p:nvSpPr>
          <p:spPr>
            <a:xfrm rot="-5400000">
              <a:off x="4179394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47"/>
            <p:cNvSpPr/>
            <p:nvPr/>
          </p:nvSpPr>
          <p:spPr>
            <a:xfrm rot="-5400000">
              <a:off x="4409852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0" name="Google Shape;630;p47"/>
          <p:cNvSpPr/>
          <p:nvPr/>
        </p:nvSpPr>
        <p:spPr>
          <a:xfrm>
            <a:off x="3948865" y="872084"/>
            <a:ext cx="848736" cy="6480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042" y="12510"/>
                </a:moveTo>
                <a:cubicBezTo>
                  <a:pt x="18358" y="10854"/>
                  <a:pt x="18783" y="9169"/>
                  <a:pt x="19316" y="7461"/>
                </a:cubicBezTo>
                <a:cubicBezTo>
                  <a:pt x="19850" y="5751"/>
                  <a:pt x="20613" y="3965"/>
                  <a:pt x="21600" y="2099"/>
                </a:cubicBezTo>
                <a:lnTo>
                  <a:pt x="18812" y="0"/>
                </a:lnTo>
                <a:cubicBezTo>
                  <a:pt x="16202" y="3370"/>
                  <a:pt x="14411" y="6374"/>
                  <a:pt x="13443" y="9014"/>
                </a:cubicBezTo>
                <a:cubicBezTo>
                  <a:pt x="12475" y="11657"/>
                  <a:pt x="11990" y="13832"/>
                  <a:pt x="11990" y="15539"/>
                </a:cubicBezTo>
                <a:cubicBezTo>
                  <a:pt x="11990" y="17044"/>
                  <a:pt x="12226" y="18249"/>
                  <a:pt x="12702" y="19153"/>
                </a:cubicBezTo>
                <a:cubicBezTo>
                  <a:pt x="13178" y="20060"/>
                  <a:pt x="13769" y="20696"/>
                  <a:pt x="14481" y="21056"/>
                </a:cubicBezTo>
                <a:cubicBezTo>
                  <a:pt x="15193" y="21417"/>
                  <a:pt x="15886" y="21600"/>
                  <a:pt x="16557" y="21600"/>
                </a:cubicBezTo>
                <a:cubicBezTo>
                  <a:pt x="17863" y="21600"/>
                  <a:pt x="18863" y="21176"/>
                  <a:pt x="19553" y="20316"/>
                </a:cubicBezTo>
                <a:cubicBezTo>
                  <a:pt x="20246" y="19466"/>
                  <a:pt x="20712" y="18416"/>
                  <a:pt x="20948" y="17174"/>
                </a:cubicBezTo>
                <a:cubicBezTo>
                  <a:pt x="21185" y="15928"/>
                  <a:pt x="21245" y="14714"/>
                  <a:pt x="21127" y="13522"/>
                </a:cubicBezTo>
                <a:cubicBezTo>
                  <a:pt x="21127" y="13522"/>
                  <a:pt x="18042" y="12510"/>
                  <a:pt x="18042" y="12510"/>
                </a:cubicBezTo>
                <a:close/>
                <a:moveTo>
                  <a:pt x="9137" y="13522"/>
                </a:moveTo>
                <a:cubicBezTo>
                  <a:pt x="9255" y="14714"/>
                  <a:pt x="9197" y="15928"/>
                  <a:pt x="8958" y="17174"/>
                </a:cubicBezTo>
                <a:cubicBezTo>
                  <a:pt x="8722" y="18416"/>
                  <a:pt x="8256" y="19466"/>
                  <a:pt x="7565" y="20316"/>
                </a:cubicBezTo>
                <a:cubicBezTo>
                  <a:pt x="6873" y="21176"/>
                  <a:pt x="5873" y="21600"/>
                  <a:pt x="4570" y="21600"/>
                </a:cubicBezTo>
                <a:cubicBezTo>
                  <a:pt x="3896" y="21600"/>
                  <a:pt x="3203" y="21417"/>
                  <a:pt x="2494" y="21056"/>
                </a:cubicBezTo>
                <a:cubicBezTo>
                  <a:pt x="1782" y="20696"/>
                  <a:pt x="1188" y="20060"/>
                  <a:pt x="712" y="19153"/>
                </a:cubicBezTo>
                <a:cubicBezTo>
                  <a:pt x="239" y="18249"/>
                  <a:pt x="0" y="17044"/>
                  <a:pt x="0" y="15539"/>
                </a:cubicBezTo>
                <a:cubicBezTo>
                  <a:pt x="0" y="13832"/>
                  <a:pt x="485" y="11657"/>
                  <a:pt x="1453" y="9014"/>
                </a:cubicBezTo>
                <a:cubicBezTo>
                  <a:pt x="2424" y="6374"/>
                  <a:pt x="4212" y="3370"/>
                  <a:pt x="6824" y="0"/>
                </a:cubicBezTo>
                <a:lnTo>
                  <a:pt x="9613" y="2099"/>
                </a:lnTo>
                <a:cubicBezTo>
                  <a:pt x="8623" y="3965"/>
                  <a:pt x="7862" y="5751"/>
                  <a:pt x="7326" y="7461"/>
                </a:cubicBezTo>
                <a:cubicBezTo>
                  <a:pt x="6793" y="9169"/>
                  <a:pt x="6368" y="10854"/>
                  <a:pt x="6052" y="12510"/>
                </a:cubicBezTo>
                <a:cubicBezTo>
                  <a:pt x="6052" y="12510"/>
                  <a:pt x="9137" y="13522"/>
                  <a:pt x="9137" y="13522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47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733200" cy="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9C9C9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32" name="Google Shape;632;p47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33" name="Google Shape;633;p47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3354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s_Two">
  <p:cSld name="Quotes_Two">
    <p:bg>
      <p:bgPr>
        <a:solidFill>
          <a:schemeClr val="lt1"/>
        </a:solidFill>
        <a:effectLst/>
      </p:bgPr>
    </p:bg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8"/>
          <p:cNvSpPr txBox="1">
            <a:spLocks noGrp="1"/>
          </p:cNvSpPr>
          <p:nvPr>
            <p:ph type="body" idx="1"/>
          </p:nvPr>
        </p:nvSpPr>
        <p:spPr>
          <a:xfrm>
            <a:off x="538200" y="1660467"/>
            <a:ext cx="5289600" cy="21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67"/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6" name="Google Shape;636;p48"/>
          <p:cNvSpPr txBox="1">
            <a:spLocks noGrp="1"/>
          </p:cNvSpPr>
          <p:nvPr>
            <p:ph type="body" idx="2"/>
          </p:nvPr>
        </p:nvSpPr>
        <p:spPr>
          <a:xfrm>
            <a:off x="6341967" y="1660467"/>
            <a:ext cx="5289600" cy="21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67"/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7" name="Google Shape;637;p48"/>
          <p:cNvSpPr txBox="1">
            <a:spLocks noGrp="1"/>
          </p:cNvSpPr>
          <p:nvPr>
            <p:ph type="body" idx="3"/>
          </p:nvPr>
        </p:nvSpPr>
        <p:spPr>
          <a:xfrm>
            <a:off x="533400" y="4454167"/>
            <a:ext cx="5289600" cy="5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8" name="Google Shape;638;p48"/>
          <p:cNvSpPr txBox="1">
            <a:spLocks noGrp="1"/>
          </p:cNvSpPr>
          <p:nvPr>
            <p:ph type="body" idx="4"/>
          </p:nvPr>
        </p:nvSpPr>
        <p:spPr>
          <a:xfrm>
            <a:off x="6355933" y="4454167"/>
            <a:ext cx="5289600" cy="5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9" name="Google Shape;639;p48"/>
          <p:cNvSpPr txBox="1">
            <a:spLocks noGrp="1"/>
          </p:cNvSpPr>
          <p:nvPr>
            <p:ph type="body" idx="5"/>
          </p:nvPr>
        </p:nvSpPr>
        <p:spPr>
          <a:xfrm>
            <a:off x="6341965" y="538633"/>
            <a:ext cx="52896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333"/>
            </a:lvl1pPr>
            <a:lvl2pPr marL="1219170" lvl="1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‒"/>
              <a:defRPr/>
            </a:lvl2pPr>
            <a:lvl3pPr marL="1828754" lvl="2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0" name="Google Shape;640;p48"/>
          <p:cNvSpPr txBox="1">
            <a:spLocks noGrp="1"/>
          </p:cNvSpPr>
          <p:nvPr>
            <p:ph type="body" idx="6"/>
          </p:nvPr>
        </p:nvSpPr>
        <p:spPr>
          <a:xfrm>
            <a:off x="538200" y="538633"/>
            <a:ext cx="52896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333"/>
            </a:lvl1pPr>
            <a:lvl2pPr marL="1219170" lvl="1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‒"/>
              <a:defRPr/>
            </a:lvl2pPr>
            <a:lvl3pPr marL="1828754" lvl="2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641" name="Google Shape;641;p48"/>
          <p:cNvGrpSpPr/>
          <p:nvPr/>
        </p:nvGrpSpPr>
        <p:grpSpPr>
          <a:xfrm>
            <a:off x="566329" y="4191793"/>
            <a:ext cx="921832" cy="24384"/>
            <a:chOff x="3842851" y="2453321"/>
            <a:chExt cx="691374" cy="18288"/>
          </a:xfrm>
        </p:grpSpPr>
        <p:sp>
          <p:nvSpPr>
            <p:cNvPr id="642" name="Google Shape;642;p48"/>
            <p:cNvSpPr/>
            <p:nvPr/>
          </p:nvSpPr>
          <p:spPr>
            <a:xfrm rot="-5400000">
              <a:off x="3948936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0" rIns="0" bIns="0" anchor="t" anchorCtr="0">
              <a:noAutofit/>
            </a:bodyPr>
            <a:lstStyle/>
            <a:p>
              <a:pPr marL="121917" marR="0" lvl="0" indent="-12191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48"/>
            <p:cNvSpPr/>
            <p:nvPr/>
          </p:nvSpPr>
          <p:spPr>
            <a:xfrm rot="-5400000">
              <a:off x="4179394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0" rIns="0" bIns="0" anchor="t" anchorCtr="0">
              <a:noAutofit/>
            </a:bodyPr>
            <a:lstStyle/>
            <a:p>
              <a:pPr marL="121917" marR="0" lvl="0" indent="-12191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48"/>
            <p:cNvSpPr/>
            <p:nvPr/>
          </p:nvSpPr>
          <p:spPr>
            <a:xfrm rot="-5400000">
              <a:off x="4409852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0" rIns="0" bIns="0" anchor="t" anchorCtr="0">
              <a:noAutofit/>
            </a:bodyPr>
            <a:lstStyle/>
            <a:p>
              <a:pPr marL="121917" marR="0" lvl="0" indent="-12191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5" name="Google Shape;645;p48"/>
          <p:cNvGrpSpPr/>
          <p:nvPr/>
        </p:nvGrpSpPr>
        <p:grpSpPr>
          <a:xfrm>
            <a:off x="6377405" y="4191793"/>
            <a:ext cx="921832" cy="24384"/>
            <a:chOff x="3842851" y="2453321"/>
            <a:chExt cx="691374" cy="18288"/>
          </a:xfrm>
        </p:grpSpPr>
        <p:sp>
          <p:nvSpPr>
            <p:cNvPr id="646" name="Google Shape;646;p48"/>
            <p:cNvSpPr/>
            <p:nvPr/>
          </p:nvSpPr>
          <p:spPr>
            <a:xfrm rot="-5400000">
              <a:off x="3948936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0" rIns="0" bIns="0" anchor="t" anchorCtr="0">
              <a:noAutofit/>
            </a:bodyPr>
            <a:lstStyle/>
            <a:p>
              <a:pPr marL="121917" marR="0" lvl="0" indent="-12191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48"/>
            <p:cNvSpPr/>
            <p:nvPr/>
          </p:nvSpPr>
          <p:spPr>
            <a:xfrm rot="-5400000">
              <a:off x="4179394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0" rIns="0" bIns="0" anchor="t" anchorCtr="0">
              <a:noAutofit/>
            </a:bodyPr>
            <a:lstStyle/>
            <a:p>
              <a:pPr marL="121917" marR="0" lvl="0" indent="-12191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48"/>
            <p:cNvSpPr/>
            <p:nvPr/>
          </p:nvSpPr>
          <p:spPr>
            <a:xfrm rot="-5400000">
              <a:off x="4409852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0" rIns="0" bIns="0" anchor="t" anchorCtr="0">
              <a:noAutofit/>
            </a:bodyPr>
            <a:lstStyle/>
            <a:p>
              <a:pPr marL="121917" marR="0" lvl="0" indent="-12191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9" name="Google Shape;649;p48"/>
          <p:cNvSpPr/>
          <p:nvPr/>
        </p:nvSpPr>
        <p:spPr>
          <a:xfrm>
            <a:off x="224475" y="1865187"/>
            <a:ext cx="647568" cy="49442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042" y="12510"/>
                </a:moveTo>
                <a:cubicBezTo>
                  <a:pt x="18358" y="10854"/>
                  <a:pt x="18783" y="9169"/>
                  <a:pt x="19316" y="7461"/>
                </a:cubicBezTo>
                <a:cubicBezTo>
                  <a:pt x="19850" y="5751"/>
                  <a:pt x="20613" y="3965"/>
                  <a:pt x="21600" y="2099"/>
                </a:cubicBezTo>
                <a:lnTo>
                  <a:pt x="18812" y="0"/>
                </a:lnTo>
                <a:cubicBezTo>
                  <a:pt x="16202" y="3370"/>
                  <a:pt x="14411" y="6374"/>
                  <a:pt x="13443" y="9014"/>
                </a:cubicBezTo>
                <a:cubicBezTo>
                  <a:pt x="12475" y="11657"/>
                  <a:pt x="11990" y="13832"/>
                  <a:pt x="11990" y="15539"/>
                </a:cubicBezTo>
                <a:cubicBezTo>
                  <a:pt x="11990" y="17044"/>
                  <a:pt x="12226" y="18249"/>
                  <a:pt x="12702" y="19153"/>
                </a:cubicBezTo>
                <a:cubicBezTo>
                  <a:pt x="13178" y="20060"/>
                  <a:pt x="13769" y="20696"/>
                  <a:pt x="14481" y="21056"/>
                </a:cubicBezTo>
                <a:cubicBezTo>
                  <a:pt x="15193" y="21417"/>
                  <a:pt x="15886" y="21600"/>
                  <a:pt x="16557" y="21600"/>
                </a:cubicBezTo>
                <a:cubicBezTo>
                  <a:pt x="17863" y="21600"/>
                  <a:pt x="18863" y="21176"/>
                  <a:pt x="19553" y="20316"/>
                </a:cubicBezTo>
                <a:cubicBezTo>
                  <a:pt x="20246" y="19466"/>
                  <a:pt x="20712" y="18416"/>
                  <a:pt x="20948" y="17174"/>
                </a:cubicBezTo>
                <a:cubicBezTo>
                  <a:pt x="21185" y="15928"/>
                  <a:pt x="21245" y="14714"/>
                  <a:pt x="21127" y="13522"/>
                </a:cubicBezTo>
                <a:cubicBezTo>
                  <a:pt x="21127" y="13522"/>
                  <a:pt x="18042" y="12510"/>
                  <a:pt x="18042" y="12510"/>
                </a:cubicBezTo>
                <a:close/>
                <a:moveTo>
                  <a:pt x="9137" y="13522"/>
                </a:moveTo>
                <a:cubicBezTo>
                  <a:pt x="9255" y="14714"/>
                  <a:pt x="9197" y="15928"/>
                  <a:pt x="8958" y="17174"/>
                </a:cubicBezTo>
                <a:cubicBezTo>
                  <a:pt x="8722" y="18416"/>
                  <a:pt x="8256" y="19466"/>
                  <a:pt x="7565" y="20316"/>
                </a:cubicBezTo>
                <a:cubicBezTo>
                  <a:pt x="6873" y="21176"/>
                  <a:pt x="5873" y="21600"/>
                  <a:pt x="4570" y="21600"/>
                </a:cubicBezTo>
                <a:cubicBezTo>
                  <a:pt x="3896" y="21600"/>
                  <a:pt x="3203" y="21417"/>
                  <a:pt x="2494" y="21056"/>
                </a:cubicBezTo>
                <a:cubicBezTo>
                  <a:pt x="1782" y="20696"/>
                  <a:pt x="1188" y="20060"/>
                  <a:pt x="712" y="19153"/>
                </a:cubicBezTo>
                <a:cubicBezTo>
                  <a:pt x="239" y="18249"/>
                  <a:pt x="0" y="17044"/>
                  <a:pt x="0" y="15539"/>
                </a:cubicBezTo>
                <a:cubicBezTo>
                  <a:pt x="0" y="13832"/>
                  <a:pt x="485" y="11657"/>
                  <a:pt x="1453" y="9014"/>
                </a:cubicBezTo>
                <a:cubicBezTo>
                  <a:pt x="2424" y="6374"/>
                  <a:pt x="4212" y="3370"/>
                  <a:pt x="6824" y="0"/>
                </a:cubicBezTo>
                <a:lnTo>
                  <a:pt x="9613" y="2099"/>
                </a:lnTo>
                <a:cubicBezTo>
                  <a:pt x="8623" y="3965"/>
                  <a:pt x="7862" y="5751"/>
                  <a:pt x="7326" y="7461"/>
                </a:cubicBezTo>
                <a:cubicBezTo>
                  <a:pt x="6793" y="9169"/>
                  <a:pt x="6368" y="10854"/>
                  <a:pt x="6052" y="12510"/>
                </a:cubicBezTo>
                <a:cubicBezTo>
                  <a:pt x="6052" y="12510"/>
                  <a:pt x="9137" y="13522"/>
                  <a:pt x="9137" y="13522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48"/>
          <p:cNvSpPr/>
          <p:nvPr/>
        </p:nvSpPr>
        <p:spPr>
          <a:xfrm>
            <a:off x="6017509" y="1865187"/>
            <a:ext cx="647568" cy="49442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042" y="12510"/>
                </a:moveTo>
                <a:cubicBezTo>
                  <a:pt x="18358" y="10854"/>
                  <a:pt x="18783" y="9169"/>
                  <a:pt x="19316" y="7461"/>
                </a:cubicBezTo>
                <a:cubicBezTo>
                  <a:pt x="19850" y="5751"/>
                  <a:pt x="20613" y="3965"/>
                  <a:pt x="21600" y="2099"/>
                </a:cubicBezTo>
                <a:lnTo>
                  <a:pt x="18812" y="0"/>
                </a:lnTo>
                <a:cubicBezTo>
                  <a:pt x="16202" y="3370"/>
                  <a:pt x="14411" y="6374"/>
                  <a:pt x="13443" y="9014"/>
                </a:cubicBezTo>
                <a:cubicBezTo>
                  <a:pt x="12475" y="11657"/>
                  <a:pt x="11990" y="13832"/>
                  <a:pt x="11990" y="15539"/>
                </a:cubicBezTo>
                <a:cubicBezTo>
                  <a:pt x="11990" y="17044"/>
                  <a:pt x="12226" y="18249"/>
                  <a:pt x="12702" y="19153"/>
                </a:cubicBezTo>
                <a:cubicBezTo>
                  <a:pt x="13178" y="20060"/>
                  <a:pt x="13769" y="20696"/>
                  <a:pt x="14481" y="21056"/>
                </a:cubicBezTo>
                <a:cubicBezTo>
                  <a:pt x="15193" y="21417"/>
                  <a:pt x="15886" y="21600"/>
                  <a:pt x="16557" y="21600"/>
                </a:cubicBezTo>
                <a:cubicBezTo>
                  <a:pt x="17863" y="21600"/>
                  <a:pt x="18863" y="21176"/>
                  <a:pt x="19553" y="20316"/>
                </a:cubicBezTo>
                <a:cubicBezTo>
                  <a:pt x="20246" y="19466"/>
                  <a:pt x="20712" y="18416"/>
                  <a:pt x="20948" y="17174"/>
                </a:cubicBezTo>
                <a:cubicBezTo>
                  <a:pt x="21185" y="15928"/>
                  <a:pt x="21245" y="14714"/>
                  <a:pt x="21127" y="13522"/>
                </a:cubicBezTo>
                <a:cubicBezTo>
                  <a:pt x="21127" y="13522"/>
                  <a:pt x="18042" y="12510"/>
                  <a:pt x="18042" y="12510"/>
                </a:cubicBezTo>
                <a:close/>
                <a:moveTo>
                  <a:pt x="9137" y="13522"/>
                </a:moveTo>
                <a:cubicBezTo>
                  <a:pt x="9255" y="14714"/>
                  <a:pt x="9197" y="15928"/>
                  <a:pt x="8958" y="17174"/>
                </a:cubicBezTo>
                <a:cubicBezTo>
                  <a:pt x="8722" y="18416"/>
                  <a:pt x="8256" y="19466"/>
                  <a:pt x="7565" y="20316"/>
                </a:cubicBezTo>
                <a:cubicBezTo>
                  <a:pt x="6873" y="21176"/>
                  <a:pt x="5873" y="21600"/>
                  <a:pt x="4570" y="21600"/>
                </a:cubicBezTo>
                <a:cubicBezTo>
                  <a:pt x="3896" y="21600"/>
                  <a:pt x="3203" y="21417"/>
                  <a:pt x="2494" y="21056"/>
                </a:cubicBezTo>
                <a:cubicBezTo>
                  <a:pt x="1782" y="20696"/>
                  <a:pt x="1188" y="20060"/>
                  <a:pt x="712" y="19153"/>
                </a:cubicBezTo>
                <a:cubicBezTo>
                  <a:pt x="239" y="18249"/>
                  <a:pt x="0" y="17044"/>
                  <a:pt x="0" y="15539"/>
                </a:cubicBezTo>
                <a:cubicBezTo>
                  <a:pt x="0" y="13832"/>
                  <a:pt x="485" y="11657"/>
                  <a:pt x="1453" y="9014"/>
                </a:cubicBezTo>
                <a:cubicBezTo>
                  <a:pt x="2424" y="6374"/>
                  <a:pt x="4212" y="3370"/>
                  <a:pt x="6824" y="0"/>
                </a:cubicBezTo>
                <a:lnTo>
                  <a:pt x="9613" y="2099"/>
                </a:lnTo>
                <a:cubicBezTo>
                  <a:pt x="8623" y="3965"/>
                  <a:pt x="7862" y="5751"/>
                  <a:pt x="7326" y="7461"/>
                </a:cubicBezTo>
                <a:cubicBezTo>
                  <a:pt x="6793" y="9169"/>
                  <a:pt x="6368" y="10854"/>
                  <a:pt x="6052" y="12510"/>
                </a:cubicBezTo>
                <a:cubicBezTo>
                  <a:pt x="6052" y="12510"/>
                  <a:pt x="9137" y="13522"/>
                  <a:pt x="9137" y="13522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48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733200" cy="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9C9C9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52" name="Google Shape;652;p48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53" name="Google Shape;653;p48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8156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s_Three">
  <p:cSld name="Quotes_Three">
    <p:bg>
      <p:bgPr>
        <a:solidFill>
          <a:schemeClr val="lt1"/>
        </a:solidFill>
        <a:effectLst/>
      </p:bgPr>
    </p:bg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49"/>
          <p:cNvSpPr txBox="1">
            <a:spLocks noGrp="1"/>
          </p:cNvSpPr>
          <p:nvPr>
            <p:ph type="body" idx="1"/>
          </p:nvPr>
        </p:nvSpPr>
        <p:spPr>
          <a:xfrm>
            <a:off x="562433" y="2489907"/>
            <a:ext cx="3352800" cy="23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6" name="Google Shape;656;p49"/>
          <p:cNvSpPr txBox="1">
            <a:spLocks noGrp="1"/>
          </p:cNvSpPr>
          <p:nvPr>
            <p:ph type="body" idx="2"/>
          </p:nvPr>
        </p:nvSpPr>
        <p:spPr>
          <a:xfrm>
            <a:off x="562433" y="538633"/>
            <a:ext cx="3352800" cy="8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333"/>
            </a:lvl1pPr>
            <a:lvl2pPr marL="1219170" lvl="1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‒"/>
              <a:defRPr/>
            </a:lvl2pPr>
            <a:lvl3pPr marL="1828754" lvl="2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7" name="Google Shape;657;p49"/>
          <p:cNvSpPr txBox="1">
            <a:spLocks noGrp="1"/>
          </p:cNvSpPr>
          <p:nvPr>
            <p:ph type="body" idx="3"/>
          </p:nvPr>
        </p:nvSpPr>
        <p:spPr>
          <a:xfrm>
            <a:off x="8278567" y="5368567"/>
            <a:ext cx="3352800" cy="5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333"/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8" name="Google Shape;658;p49"/>
          <p:cNvSpPr txBox="1">
            <a:spLocks noGrp="1"/>
          </p:cNvSpPr>
          <p:nvPr>
            <p:ph type="body" idx="4"/>
          </p:nvPr>
        </p:nvSpPr>
        <p:spPr>
          <a:xfrm>
            <a:off x="4373233" y="2489900"/>
            <a:ext cx="3445600" cy="23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9" name="Google Shape;659;p49"/>
          <p:cNvSpPr txBox="1">
            <a:spLocks noGrp="1"/>
          </p:cNvSpPr>
          <p:nvPr>
            <p:ph type="body" idx="5"/>
          </p:nvPr>
        </p:nvSpPr>
        <p:spPr>
          <a:xfrm>
            <a:off x="8278567" y="2489907"/>
            <a:ext cx="3352800" cy="23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0" name="Google Shape;660;p49"/>
          <p:cNvSpPr txBox="1">
            <a:spLocks noGrp="1"/>
          </p:cNvSpPr>
          <p:nvPr>
            <p:ph type="body" idx="6"/>
          </p:nvPr>
        </p:nvSpPr>
        <p:spPr>
          <a:xfrm>
            <a:off x="4373233" y="5368567"/>
            <a:ext cx="3445600" cy="29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333"/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1" name="Google Shape;661;p49"/>
          <p:cNvSpPr txBox="1">
            <a:spLocks noGrp="1"/>
          </p:cNvSpPr>
          <p:nvPr>
            <p:ph type="body" idx="7"/>
          </p:nvPr>
        </p:nvSpPr>
        <p:spPr>
          <a:xfrm>
            <a:off x="562433" y="5368567"/>
            <a:ext cx="3352800" cy="5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1333"/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2pPr>
            <a:lvl3pPr marL="1828754" lvl="2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3pPr>
            <a:lvl4pPr marL="2438339" lvl="3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4pPr>
            <a:lvl5pPr marL="3047924" lvl="4" indent="-304792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SzPts val="1100"/>
              <a:buFont typeface="Arial"/>
              <a:buNone/>
              <a:defRPr sz="1467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2" name="Google Shape;662;p49"/>
          <p:cNvSpPr txBox="1">
            <a:spLocks noGrp="1"/>
          </p:cNvSpPr>
          <p:nvPr>
            <p:ph type="body" idx="8"/>
          </p:nvPr>
        </p:nvSpPr>
        <p:spPr>
          <a:xfrm>
            <a:off x="4373233" y="538633"/>
            <a:ext cx="34456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333"/>
            </a:lvl1pPr>
            <a:lvl2pPr marL="1219170" lvl="1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‒"/>
              <a:defRPr/>
            </a:lvl2pPr>
            <a:lvl3pPr marL="1828754" lvl="2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3" name="Google Shape;663;p49"/>
          <p:cNvSpPr txBox="1">
            <a:spLocks noGrp="1"/>
          </p:cNvSpPr>
          <p:nvPr>
            <p:ph type="body" idx="9"/>
          </p:nvPr>
        </p:nvSpPr>
        <p:spPr>
          <a:xfrm>
            <a:off x="8278567" y="538633"/>
            <a:ext cx="33528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333"/>
            </a:lvl1pPr>
            <a:lvl2pPr marL="1219170" lvl="1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‒"/>
              <a:defRPr/>
            </a:lvl2pPr>
            <a:lvl3pPr marL="1828754" lvl="2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664" name="Google Shape;664;p49"/>
          <p:cNvGrpSpPr/>
          <p:nvPr/>
        </p:nvGrpSpPr>
        <p:grpSpPr>
          <a:xfrm>
            <a:off x="562433" y="5090644"/>
            <a:ext cx="921832" cy="24384"/>
            <a:chOff x="3842851" y="2453321"/>
            <a:chExt cx="691374" cy="18288"/>
          </a:xfrm>
        </p:grpSpPr>
        <p:sp>
          <p:nvSpPr>
            <p:cNvPr id="665" name="Google Shape;665;p49"/>
            <p:cNvSpPr/>
            <p:nvPr/>
          </p:nvSpPr>
          <p:spPr>
            <a:xfrm rot="-5400000">
              <a:off x="3948936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49"/>
            <p:cNvSpPr/>
            <p:nvPr/>
          </p:nvSpPr>
          <p:spPr>
            <a:xfrm rot="-5400000">
              <a:off x="4179394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49"/>
            <p:cNvSpPr/>
            <p:nvPr/>
          </p:nvSpPr>
          <p:spPr>
            <a:xfrm rot="-5400000">
              <a:off x="4409852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8" name="Google Shape;668;p49"/>
          <p:cNvGrpSpPr/>
          <p:nvPr/>
        </p:nvGrpSpPr>
        <p:grpSpPr>
          <a:xfrm>
            <a:off x="4383361" y="5090644"/>
            <a:ext cx="921832" cy="24384"/>
            <a:chOff x="3842851" y="2453321"/>
            <a:chExt cx="691374" cy="18288"/>
          </a:xfrm>
        </p:grpSpPr>
        <p:sp>
          <p:nvSpPr>
            <p:cNvPr id="669" name="Google Shape;669;p49"/>
            <p:cNvSpPr/>
            <p:nvPr/>
          </p:nvSpPr>
          <p:spPr>
            <a:xfrm rot="-5400000">
              <a:off x="3948936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49"/>
            <p:cNvSpPr/>
            <p:nvPr/>
          </p:nvSpPr>
          <p:spPr>
            <a:xfrm rot="-5400000">
              <a:off x="4179394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49"/>
            <p:cNvSpPr/>
            <p:nvPr/>
          </p:nvSpPr>
          <p:spPr>
            <a:xfrm rot="-5400000">
              <a:off x="4409852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2" name="Google Shape;672;p49"/>
          <p:cNvGrpSpPr/>
          <p:nvPr/>
        </p:nvGrpSpPr>
        <p:grpSpPr>
          <a:xfrm>
            <a:off x="8298560" y="5106193"/>
            <a:ext cx="921832" cy="24384"/>
            <a:chOff x="3842851" y="2453321"/>
            <a:chExt cx="691374" cy="18288"/>
          </a:xfrm>
        </p:grpSpPr>
        <p:sp>
          <p:nvSpPr>
            <p:cNvPr id="673" name="Google Shape;673;p49"/>
            <p:cNvSpPr/>
            <p:nvPr/>
          </p:nvSpPr>
          <p:spPr>
            <a:xfrm rot="-5400000">
              <a:off x="3948936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49"/>
            <p:cNvSpPr/>
            <p:nvPr/>
          </p:nvSpPr>
          <p:spPr>
            <a:xfrm rot="-5400000">
              <a:off x="4179394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49"/>
            <p:cNvSpPr/>
            <p:nvPr/>
          </p:nvSpPr>
          <p:spPr>
            <a:xfrm rot="-5400000">
              <a:off x="4409852" y="2347236"/>
              <a:ext cx="18288" cy="2304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7" marR="0" lvl="0" indent="-12191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2133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6" name="Google Shape;676;p49"/>
          <p:cNvSpPr/>
          <p:nvPr/>
        </p:nvSpPr>
        <p:spPr>
          <a:xfrm>
            <a:off x="245168" y="1865187"/>
            <a:ext cx="647568" cy="49442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042" y="12510"/>
                </a:moveTo>
                <a:cubicBezTo>
                  <a:pt x="18358" y="10854"/>
                  <a:pt x="18783" y="9169"/>
                  <a:pt x="19316" y="7461"/>
                </a:cubicBezTo>
                <a:cubicBezTo>
                  <a:pt x="19850" y="5751"/>
                  <a:pt x="20613" y="3965"/>
                  <a:pt x="21600" y="2099"/>
                </a:cubicBezTo>
                <a:lnTo>
                  <a:pt x="18812" y="0"/>
                </a:lnTo>
                <a:cubicBezTo>
                  <a:pt x="16202" y="3370"/>
                  <a:pt x="14411" y="6374"/>
                  <a:pt x="13443" y="9014"/>
                </a:cubicBezTo>
                <a:cubicBezTo>
                  <a:pt x="12475" y="11657"/>
                  <a:pt x="11990" y="13832"/>
                  <a:pt x="11990" y="15539"/>
                </a:cubicBezTo>
                <a:cubicBezTo>
                  <a:pt x="11990" y="17044"/>
                  <a:pt x="12226" y="18249"/>
                  <a:pt x="12702" y="19153"/>
                </a:cubicBezTo>
                <a:cubicBezTo>
                  <a:pt x="13178" y="20060"/>
                  <a:pt x="13769" y="20696"/>
                  <a:pt x="14481" y="21056"/>
                </a:cubicBezTo>
                <a:cubicBezTo>
                  <a:pt x="15193" y="21417"/>
                  <a:pt x="15886" y="21600"/>
                  <a:pt x="16557" y="21600"/>
                </a:cubicBezTo>
                <a:cubicBezTo>
                  <a:pt x="17863" y="21600"/>
                  <a:pt x="18863" y="21176"/>
                  <a:pt x="19553" y="20316"/>
                </a:cubicBezTo>
                <a:cubicBezTo>
                  <a:pt x="20246" y="19466"/>
                  <a:pt x="20712" y="18416"/>
                  <a:pt x="20948" y="17174"/>
                </a:cubicBezTo>
                <a:cubicBezTo>
                  <a:pt x="21185" y="15928"/>
                  <a:pt x="21245" y="14714"/>
                  <a:pt x="21127" y="13522"/>
                </a:cubicBezTo>
                <a:cubicBezTo>
                  <a:pt x="21127" y="13522"/>
                  <a:pt x="18042" y="12510"/>
                  <a:pt x="18042" y="12510"/>
                </a:cubicBezTo>
                <a:close/>
                <a:moveTo>
                  <a:pt x="9137" y="13522"/>
                </a:moveTo>
                <a:cubicBezTo>
                  <a:pt x="9255" y="14714"/>
                  <a:pt x="9197" y="15928"/>
                  <a:pt x="8958" y="17174"/>
                </a:cubicBezTo>
                <a:cubicBezTo>
                  <a:pt x="8722" y="18416"/>
                  <a:pt x="8256" y="19466"/>
                  <a:pt x="7565" y="20316"/>
                </a:cubicBezTo>
                <a:cubicBezTo>
                  <a:pt x="6873" y="21176"/>
                  <a:pt x="5873" y="21600"/>
                  <a:pt x="4570" y="21600"/>
                </a:cubicBezTo>
                <a:cubicBezTo>
                  <a:pt x="3896" y="21600"/>
                  <a:pt x="3203" y="21417"/>
                  <a:pt x="2494" y="21056"/>
                </a:cubicBezTo>
                <a:cubicBezTo>
                  <a:pt x="1782" y="20696"/>
                  <a:pt x="1188" y="20060"/>
                  <a:pt x="712" y="19153"/>
                </a:cubicBezTo>
                <a:cubicBezTo>
                  <a:pt x="239" y="18249"/>
                  <a:pt x="0" y="17044"/>
                  <a:pt x="0" y="15539"/>
                </a:cubicBezTo>
                <a:cubicBezTo>
                  <a:pt x="0" y="13832"/>
                  <a:pt x="485" y="11657"/>
                  <a:pt x="1453" y="9014"/>
                </a:cubicBezTo>
                <a:cubicBezTo>
                  <a:pt x="2424" y="6374"/>
                  <a:pt x="4212" y="3370"/>
                  <a:pt x="6824" y="0"/>
                </a:cubicBezTo>
                <a:lnTo>
                  <a:pt x="9613" y="2099"/>
                </a:lnTo>
                <a:cubicBezTo>
                  <a:pt x="8623" y="3965"/>
                  <a:pt x="7862" y="5751"/>
                  <a:pt x="7326" y="7461"/>
                </a:cubicBezTo>
                <a:cubicBezTo>
                  <a:pt x="6793" y="9169"/>
                  <a:pt x="6368" y="10854"/>
                  <a:pt x="6052" y="12510"/>
                </a:cubicBezTo>
                <a:cubicBezTo>
                  <a:pt x="6052" y="12510"/>
                  <a:pt x="9137" y="13522"/>
                  <a:pt x="9137" y="13522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49"/>
          <p:cNvSpPr/>
          <p:nvPr/>
        </p:nvSpPr>
        <p:spPr>
          <a:xfrm>
            <a:off x="4056856" y="1865187"/>
            <a:ext cx="647568" cy="49442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042" y="12510"/>
                </a:moveTo>
                <a:cubicBezTo>
                  <a:pt x="18358" y="10854"/>
                  <a:pt x="18783" y="9169"/>
                  <a:pt x="19316" y="7461"/>
                </a:cubicBezTo>
                <a:cubicBezTo>
                  <a:pt x="19850" y="5751"/>
                  <a:pt x="20613" y="3965"/>
                  <a:pt x="21600" y="2099"/>
                </a:cubicBezTo>
                <a:lnTo>
                  <a:pt x="18812" y="0"/>
                </a:lnTo>
                <a:cubicBezTo>
                  <a:pt x="16202" y="3370"/>
                  <a:pt x="14411" y="6374"/>
                  <a:pt x="13443" y="9014"/>
                </a:cubicBezTo>
                <a:cubicBezTo>
                  <a:pt x="12475" y="11657"/>
                  <a:pt x="11990" y="13832"/>
                  <a:pt x="11990" y="15539"/>
                </a:cubicBezTo>
                <a:cubicBezTo>
                  <a:pt x="11990" y="17044"/>
                  <a:pt x="12226" y="18249"/>
                  <a:pt x="12702" y="19153"/>
                </a:cubicBezTo>
                <a:cubicBezTo>
                  <a:pt x="13178" y="20060"/>
                  <a:pt x="13769" y="20696"/>
                  <a:pt x="14481" y="21056"/>
                </a:cubicBezTo>
                <a:cubicBezTo>
                  <a:pt x="15193" y="21417"/>
                  <a:pt x="15886" y="21600"/>
                  <a:pt x="16557" y="21600"/>
                </a:cubicBezTo>
                <a:cubicBezTo>
                  <a:pt x="17863" y="21600"/>
                  <a:pt x="18863" y="21176"/>
                  <a:pt x="19553" y="20316"/>
                </a:cubicBezTo>
                <a:cubicBezTo>
                  <a:pt x="20246" y="19466"/>
                  <a:pt x="20712" y="18416"/>
                  <a:pt x="20948" y="17174"/>
                </a:cubicBezTo>
                <a:cubicBezTo>
                  <a:pt x="21185" y="15928"/>
                  <a:pt x="21245" y="14714"/>
                  <a:pt x="21127" y="13522"/>
                </a:cubicBezTo>
                <a:cubicBezTo>
                  <a:pt x="21127" y="13522"/>
                  <a:pt x="18042" y="12510"/>
                  <a:pt x="18042" y="12510"/>
                </a:cubicBezTo>
                <a:close/>
                <a:moveTo>
                  <a:pt x="9137" y="13522"/>
                </a:moveTo>
                <a:cubicBezTo>
                  <a:pt x="9255" y="14714"/>
                  <a:pt x="9197" y="15928"/>
                  <a:pt x="8958" y="17174"/>
                </a:cubicBezTo>
                <a:cubicBezTo>
                  <a:pt x="8722" y="18416"/>
                  <a:pt x="8256" y="19466"/>
                  <a:pt x="7565" y="20316"/>
                </a:cubicBezTo>
                <a:cubicBezTo>
                  <a:pt x="6873" y="21176"/>
                  <a:pt x="5873" y="21600"/>
                  <a:pt x="4570" y="21600"/>
                </a:cubicBezTo>
                <a:cubicBezTo>
                  <a:pt x="3896" y="21600"/>
                  <a:pt x="3203" y="21417"/>
                  <a:pt x="2494" y="21056"/>
                </a:cubicBezTo>
                <a:cubicBezTo>
                  <a:pt x="1782" y="20696"/>
                  <a:pt x="1188" y="20060"/>
                  <a:pt x="712" y="19153"/>
                </a:cubicBezTo>
                <a:cubicBezTo>
                  <a:pt x="239" y="18249"/>
                  <a:pt x="0" y="17044"/>
                  <a:pt x="0" y="15539"/>
                </a:cubicBezTo>
                <a:cubicBezTo>
                  <a:pt x="0" y="13832"/>
                  <a:pt x="485" y="11657"/>
                  <a:pt x="1453" y="9014"/>
                </a:cubicBezTo>
                <a:cubicBezTo>
                  <a:pt x="2424" y="6374"/>
                  <a:pt x="4212" y="3370"/>
                  <a:pt x="6824" y="0"/>
                </a:cubicBezTo>
                <a:lnTo>
                  <a:pt x="9613" y="2099"/>
                </a:lnTo>
                <a:cubicBezTo>
                  <a:pt x="8623" y="3965"/>
                  <a:pt x="7862" y="5751"/>
                  <a:pt x="7326" y="7461"/>
                </a:cubicBezTo>
                <a:cubicBezTo>
                  <a:pt x="6793" y="9169"/>
                  <a:pt x="6368" y="10854"/>
                  <a:pt x="6052" y="12510"/>
                </a:cubicBezTo>
                <a:cubicBezTo>
                  <a:pt x="6052" y="12510"/>
                  <a:pt x="9137" y="13522"/>
                  <a:pt x="9137" y="13522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49"/>
          <p:cNvSpPr/>
          <p:nvPr/>
        </p:nvSpPr>
        <p:spPr>
          <a:xfrm>
            <a:off x="7948680" y="1865187"/>
            <a:ext cx="647568" cy="49442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042" y="12510"/>
                </a:moveTo>
                <a:cubicBezTo>
                  <a:pt x="18358" y="10854"/>
                  <a:pt x="18783" y="9169"/>
                  <a:pt x="19316" y="7461"/>
                </a:cubicBezTo>
                <a:cubicBezTo>
                  <a:pt x="19850" y="5751"/>
                  <a:pt x="20613" y="3965"/>
                  <a:pt x="21600" y="2099"/>
                </a:cubicBezTo>
                <a:lnTo>
                  <a:pt x="18812" y="0"/>
                </a:lnTo>
                <a:cubicBezTo>
                  <a:pt x="16202" y="3370"/>
                  <a:pt x="14411" y="6374"/>
                  <a:pt x="13443" y="9014"/>
                </a:cubicBezTo>
                <a:cubicBezTo>
                  <a:pt x="12475" y="11657"/>
                  <a:pt x="11990" y="13832"/>
                  <a:pt x="11990" y="15539"/>
                </a:cubicBezTo>
                <a:cubicBezTo>
                  <a:pt x="11990" y="17044"/>
                  <a:pt x="12226" y="18249"/>
                  <a:pt x="12702" y="19153"/>
                </a:cubicBezTo>
                <a:cubicBezTo>
                  <a:pt x="13178" y="20060"/>
                  <a:pt x="13769" y="20696"/>
                  <a:pt x="14481" y="21056"/>
                </a:cubicBezTo>
                <a:cubicBezTo>
                  <a:pt x="15193" y="21417"/>
                  <a:pt x="15886" y="21600"/>
                  <a:pt x="16557" y="21600"/>
                </a:cubicBezTo>
                <a:cubicBezTo>
                  <a:pt x="17863" y="21600"/>
                  <a:pt x="18863" y="21176"/>
                  <a:pt x="19553" y="20316"/>
                </a:cubicBezTo>
                <a:cubicBezTo>
                  <a:pt x="20246" y="19466"/>
                  <a:pt x="20712" y="18416"/>
                  <a:pt x="20948" y="17174"/>
                </a:cubicBezTo>
                <a:cubicBezTo>
                  <a:pt x="21185" y="15928"/>
                  <a:pt x="21245" y="14714"/>
                  <a:pt x="21127" y="13522"/>
                </a:cubicBezTo>
                <a:cubicBezTo>
                  <a:pt x="21127" y="13522"/>
                  <a:pt x="18042" y="12510"/>
                  <a:pt x="18042" y="12510"/>
                </a:cubicBezTo>
                <a:close/>
                <a:moveTo>
                  <a:pt x="9137" y="13522"/>
                </a:moveTo>
                <a:cubicBezTo>
                  <a:pt x="9255" y="14714"/>
                  <a:pt x="9197" y="15928"/>
                  <a:pt x="8958" y="17174"/>
                </a:cubicBezTo>
                <a:cubicBezTo>
                  <a:pt x="8722" y="18416"/>
                  <a:pt x="8256" y="19466"/>
                  <a:pt x="7565" y="20316"/>
                </a:cubicBezTo>
                <a:cubicBezTo>
                  <a:pt x="6873" y="21176"/>
                  <a:pt x="5873" y="21600"/>
                  <a:pt x="4570" y="21600"/>
                </a:cubicBezTo>
                <a:cubicBezTo>
                  <a:pt x="3896" y="21600"/>
                  <a:pt x="3203" y="21417"/>
                  <a:pt x="2494" y="21056"/>
                </a:cubicBezTo>
                <a:cubicBezTo>
                  <a:pt x="1782" y="20696"/>
                  <a:pt x="1188" y="20060"/>
                  <a:pt x="712" y="19153"/>
                </a:cubicBezTo>
                <a:cubicBezTo>
                  <a:pt x="239" y="18249"/>
                  <a:pt x="0" y="17044"/>
                  <a:pt x="0" y="15539"/>
                </a:cubicBezTo>
                <a:cubicBezTo>
                  <a:pt x="0" y="13832"/>
                  <a:pt x="485" y="11657"/>
                  <a:pt x="1453" y="9014"/>
                </a:cubicBezTo>
                <a:cubicBezTo>
                  <a:pt x="2424" y="6374"/>
                  <a:pt x="4212" y="3370"/>
                  <a:pt x="6824" y="0"/>
                </a:cubicBezTo>
                <a:lnTo>
                  <a:pt x="9613" y="2099"/>
                </a:lnTo>
                <a:cubicBezTo>
                  <a:pt x="8623" y="3965"/>
                  <a:pt x="7862" y="5751"/>
                  <a:pt x="7326" y="7461"/>
                </a:cubicBezTo>
                <a:cubicBezTo>
                  <a:pt x="6793" y="9169"/>
                  <a:pt x="6368" y="10854"/>
                  <a:pt x="6052" y="12510"/>
                </a:cubicBezTo>
                <a:cubicBezTo>
                  <a:pt x="6052" y="12510"/>
                  <a:pt x="9137" y="13522"/>
                  <a:pt x="9137" y="13522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49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733200" cy="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9C9C9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49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81" name="Google Shape;681;p49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4725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-2">
  <p:cSld name="Timeline-2"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0"/>
          <p:cNvSpPr txBox="1">
            <a:spLocks noGrp="1"/>
          </p:cNvSpPr>
          <p:nvPr>
            <p:ph type="title"/>
          </p:nvPr>
        </p:nvSpPr>
        <p:spPr>
          <a:xfrm>
            <a:off x="538200" y="538633"/>
            <a:ext cx="11093200" cy="7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84" name="Google Shape;684;p50"/>
          <p:cNvCxnSpPr/>
          <p:nvPr/>
        </p:nvCxnSpPr>
        <p:spPr>
          <a:xfrm>
            <a:off x="6101867" y="1683367"/>
            <a:ext cx="0" cy="464800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5" name="Google Shape;685;p50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733200" cy="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9C9C9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86" name="Google Shape;686;p50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87" name="Google Shape;687;p50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13214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/3 Content, 1/3 Photo">
  <p:cSld name="2/3 Content, 1/3 Photo"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51"/>
          <p:cNvSpPr>
            <a:spLocks noGrp="1"/>
          </p:cNvSpPr>
          <p:nvPr>
            <p:ph type="pic" idx="2"/>
          </p:nvPr>
        </p:nvSpPr>
        <p:spPr>
          <a:xfrm>
            <a:off x="8276600" y="0"/>
            <a:ext cx="39156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690" name="Google Shape;690;p51"/>
          <p:cNvSpPr/>
          <p:nvPr/>
        </p:nvSpPr>
        <p:spPr>
          <a:xfrm>
            <a:off x="538200" y="419767"/>
            <a:ext cx="1519200" cy="85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51"/>
          <p:cNvSpPr txBox="1">
            <a:spLocks noGrp="1"/>
          </p:cNvSpPr>
          <p:nvPr>
            <p:ph type="title"/>
          </p:nvPr>
        </p:nvSpPr>
        <p:spPr>
          <a:xfrm>
            <a:off x="538200" y="538633"/>
            <a:ext cx="7280400" cy="8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2" name="Google Shape;692;p51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733200" cy="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9C9C9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693" name="Google Shape;693;p51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94" name="Google Shape;694;p51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51"/>
          <p:cNvSpPr txBox="1">
            <a:spLocks noGrp="1"/>
          </p:cNvSpPr>
          <p:nvPr>
            <p:ph type="body" idx="1"/>
          </p:nvPr>
        </p:nvSpPr>
        <p:spPr>
          <a:xfrm>
            <a:off x="538200" y="1659467"/>
            <a:ext cx="7280400" cy="46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•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D87A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D87A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2566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/3 Content, 4-Piece Content + 1/3 Photo">
  <p:cSld name="2/3 Content, 4-Piece Content + 1/3 Photo"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52"/>
          <p:cNvSpPr/>
          <p:nvPr/>
        </p:nvSpPr>
        <p:spPr>
          <a:xfrm>
            <a:off x="538200" y="419767"/>
            <a:ext cx="1519200" cy="85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52"/>
          <p:cNvSpPr txBox="1">
            <a:spLocks noGrp="1"/>
          </p:cNvSpPr>
          <p:nvPr>
            <p:ph type="title"/>
          </p:nvPr>
        </p:nvSpPr>
        <p:spPr>
          <a:xfrm>
            <a:off x="538200" y="538633"/>
            <a:ext cx="7280400" cy="8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9" name="Google Shape;699;p52"/>
          <p:cNvSpPr>
            <a:spLocks noGrp="1"/>
          </p:cNvSpPr>
          <p:nvPr>
            <p:ph type="pic" idx="2"/>
          </p:nvPr>
        </p:nvSpPr>
        <p:spPr>
          <a:xfrm>
            <a:off x="8276600" y="0"/>
            <a:ext cx="39156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00" name="Google Shape;700;p52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733200" cy="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9C9C9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701" name="Google Shape;701;p52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02" name="Google Shape;702;p52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52"/>
          <p:cNvSpPr txBox="1">
            <a:spLocks noGrp="1"/>
          </p:cNvSpPr>
          <p:nvPr>
            <p:ph type="body" idx="1"/>
          </p:nvPr>
        </p:nvSpPr>
        <p:spPr>
          <a:xfrm>
            <a:off x="538200" y="1659467"/>
            <a:ext cx="3377600" cy="21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•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D87A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D87A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04" name="Google Shape;704;p52"/>
          <p:cNvSpPr txBox="1">
            <a:spLocks noGrp="1"/>
          </p:cNvSpPr>
          <p:nvPr>
            <p:ph type="body" idx="3"/>
          </p:nvPr>
        </p:nvSpPr>
        <p:spPr>
          <a:xfrm>
            <a:off x="538200" y="4153900"/>
            <a:ext cx="3377600" cy="21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•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D87A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D87A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05" name="Google Shape;705;p52"/>
          <p:cNvSpPr txBox="1">
            <a:spLocks noGrp="1"/>
          </p:cNvSpPr>
          <p:nvPr>
            <p:ph type="body" idx="4"/>
          </p:nvPr>
        </p:nvSpPr>
        <p:spPr>
          <a:xfrm>
            <a:off x="4373033" y="1659467"/>
            <a:ext cx="3377600" cy="21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•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D87A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D87A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06" name="Google Shape;706;p52"/>
          <p:cNvSpPr txBox="1">
            <a:spLocks noGrp="1"/>
          </p:cNvSpPr>
          <p:nvPr>
            <p:ph type="body" idx="5"/>
          </p:nvPr>
        </p:nvSpPr>
        <p:spPr>
          <a:xfrm>
            <a:off x="4373033" y="4153900"/>
            <a:ext cx="3377600" cy="21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•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D87A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D87A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345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/3 Content, Two-Piece Content + 1/3 Photo">
  <p:cSld name="2/3 Content, Two-Piece Content + 1/3 Photo"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3"/>
          <p:cNvSpPr/>
          <p:nvPr/>
        </p:nvSpPr>
        <p:spPr>
          <a:xfrm>
            <a:off x="538200" y="419767"/>
            <a:ext cx="1519200" cy="85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53"/>
          <p:cNvSpPr txBox="1">
            <a:spLocks noGrp="1"/>
          </p:cNvSpPr>
          <p:nvPr>
            <p:ph type="title"/>
          </p:nvPr>
        </p:nvSpPr>
        <p:spPr>
          <a:xfrm>
            <a:off x="538200" y="538633"/>
            <a:ext cx="72804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0" name="Google Shape;710;p53"/>
          <p:cNvSpPr>
            <a:spLocks noGrp="1"/>
          </p:cNvSpPr>
          <p:nvPr>
            <p:ph type="pic" idx="2"/>
          </p:nvPr>
        </p:nvSpPr>
        <p:spPr>
          <a:xfrm>
            <a:off x="8276600" y="0"/>
            <a:ext cx="39156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11" name="Google Shape;711;p53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733200" cy="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9C9C9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712" name="Google Shape;712;p53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13" name="Google Shape;713;p53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53"/>
          <p:cNvSpPr txBox="1">
            <a:spLocks noGrp="1"/>
          </p:cNvSpPr>
          <p:nvPr>
            <p:ph type="body" idx="1"/>
          </p:nvPr>
        </p:nvSpPr>
        <p:spPr>
          <a:xfrm>
            <a:off x="538200" y="1659467"/>
            <a:ext cx="7280400" cy="21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•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D87A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D87A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15" name="Google Shape;715;p53"/>
          <p:cNvSpPr txBox="1">
            <a:spLocks noGrp="1"/>
          </p:cNvSpPr>
          <p:nvPr>
            <p:ph type="body" idx="3"/>
          </p:nvPr>
        </p:nvSpPr>
        <p:spPr>
          <a:xfrm>
            <a:off x="538200" y="4153900"/>
            <a:ext cx="7280400" cy="21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•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D87A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D87A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0614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/2 Photo, 1/2 Content">
  <p:cSld name="1/2 Photo, 1/2 Content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4"/>
          <p:cNvSpPr>
            <a:spLocks noGrp="1"/>
          </p:cNvSpPr>
          <p:nvPr>
            <p:ph type="pic" idx="2"/>
          </p:nvPr>
        </p:nvSpPr>
        <p:spPr>
          <a:xfrm>
            <a:off x="0" y="0"/>
            <a:ext cx="5850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18" name="Google Shape;718;p54"/>
          <p:cNvSpPr txBox="1">
            <a:spLocks noGrp="1"/>
          </p:cNvSpPr>
          <p:nvPr>
            <p:ph type="title"/>
          </p:nvPr>
        </p:nvSpPr>
        <p:spPr>
          <a:xfrm>
            <a:off x="6341967" y="538633"/>
            <a:ext cx="52152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9" name="Google Shape;719;p54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3772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9pPr>
          </a:lstStyle>
          <a:p>
            <a:endParaRPr/>
          </a:p>
        </p:txBody>
      </p:sp>
      <p:sp>
        <p:nvSpPr>
          <p:cNvPr id="720" name="Google Shape;720;p54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21" name="Google Shape;721;p54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54"/>
          <p:cNvSpPr txBox="1">
            <a:spLocks noGrp="1"/>
          </p:cNvSpPr>
          <p:nvPr>
            <p:ph type="body" idx="1"/>
          </p:nvPr>
        </p:nvSpPr>
        <p:spPr>
          <a:xfrm>
            <a:off x="6341967" y="1659467"/>
            <a:ext cx="5289200" cy="46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•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D87A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D87A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8295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-Column+Photo Longer Headline">
  <p:cSld name="2-Column+Photo Longer Headline"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55"/>
          <p:cNvSpPr>
            <a:spLocks noGrp="1"/>
          </p:cNvSpPr>
          <p:nvPr>
            <p:ph type="pic" idx="2"/>
          </p:nvPr>
        </p:nvSpPr>
        <p:spPr>
          <a:xfrm>
            <a:off x="6341964" y="1660467"/>
            <a:ext cx="5850000" cy="5197200"/>
          </a:xfrm>
          <a:prstGeom prst="rect">
            <a:avLst/>
          </a:prstGeom>
          <a:noFill/>
          <a:ln>
            <a:noFill/>
          </a:ln>
        </p:spPr>
      </p:sp>
      <p:sp>
        <p:nvSpPr>
          <p:cNvPr id="725" name="Google Shape;725;p55"/>
          <p:cNvSpPr txBox="1">
            <a:spLocks noGrp="1"/>
          </p:cNvSpPr>
          <p:nvPr>
            <p:ph type="title"/>
          </p:nvPr>
        </p:nvSpPr>
        <p:spPr>
          <a:xfrm>
            <a:off x="538200" y="538633"/>
            <a:ext cx="11093200" cy="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6" name="Google Shape;726;p55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3772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9pPr>
          </a:lstStyle>
          <a:p>
            <a:endParaRPr/>
          </a:p>
        </p:txBody>
      </p:sp>
      <p:sp>
        <p:nvSpPr>
          <p:cNvPr id="727" name="Google Shape;727;p55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28" name="Google Shape;728;p55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55"/>
          <p:cNvSpPr txBox="1">
            <a:spLocks noGrp="1"/>
          </p:cNvSpPr>
          <p:nvPr>
            <p:ph type="body" idx="1"/>
          </p:nvPr>
        </p:nvSpPr>
        <p:spPr>
          <a:xfrm>
            <a:off x="538200" y="1659467"/>
            <a:ext cx="5312000" cy="46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•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D87A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D87A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5478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/3 Text, 2/3 Photo">
  <p:cSld name="1/3 Text, 2/3 Photo"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56"/>
          <p:cNvSpPr>
            <a:spLocks noGrp="1"/>
          </p:cNvSpPr>
          <p:nvPr>
            <p:ph type="pic" idx="2"/>
          </p:nvPr>
        </p:nvSpPr>
        <p:spPr>
          <a:xfrm>
            <a:off x="4373033" y="-367"/>
            <a:ext cx="78188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32" name="Google Shape;732;p56"/>
          <p:cNvSpPr txBox="1">
            <a:spLocks noGrp="1"/>
          </p:cNvSpPr>
          <p:nvPr>
            <p:ph type="title"/>
          </p:nvPr>
        </p:nvSpPr>
        <p:spPr>
          <a:xfrm>
            <a:off x="538200" y="538633"/>
            <a:ext cx="3377200" cy="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3" name="Google Shape;733;p56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3772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9pPr>
          </a:lstStyle>
          <a:p>
            <a:endParaRPr/>
          </a:p>
        </p:txBody>
      </p:sp>
      <p:sp>
        <p:nvSpPr>
          <p:cNvPr id="734" name="Google Shape;734;p56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35" name="Google Shape;735;p56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56"/>
          <p:cNvSpPr txBox="1">
            <a:spLocks noGrp="1"/>
          </p:cNvSpPr>
          <p:nvPr>
            <p:ph type="body" idx="1"/>
          </p:nvPr>
        </p:nvSpPr>
        <p:spPr>
          <a:xfrm>
            <a:off x="538200" y="1659467"/>
            <a:ext cx="3377200" cy="46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•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D87A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D87A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6970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-8A">
  <p:cSld name="Photo-8A"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57"/>
          <p:cNvSpPr>
            <a:spLocks noGrp="1"/>
          </p:cNvSpPr>
          <p:nvPr>
            <p:ph type="pic" idx="2"/>
          </p:nvPr>
        </p:nvSpPr>
        <p:spPr>
          <a:xfrm>
            <a:off x="6341967" y="1660467"/>
            <a:ext cx="5850000" cy="4640000"/>
          </a:xfrm>
          <a:prstGeom prst="rect">
            <a:avLst/>
          </a:prstGeom>
          <a:noFill/>
          <a:ln>
            <a:noFill/>
          </a:ln>
        </p:spPr>
      </p:sp>
      <p:sp>
        <p:nvSpPr>
          <p:cNvPr id="739" name="Google Shape;739;p57"/>
          <p:cNvSpPr txBox="1">
            <a:spLocks noGrp="1"/>
          </p:cNvSpPr>
          <p:nvPr>
            <p:ph type="title"/>
          </p:nvPr>
        </p:nvSpPr>
        <p:spPr>
          <a:xfrm>
            <a:off x="538200" y="538633"/>
            <a:ext cx="11093200" cy="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0" name="Google Shape;740;p57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3772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9pPr>
          </a:lstStyle>
          <a:p>
            <a:endParaRPr/>
          </a:p>
        </p:txBody>
      </p:sp>
      <p:sp>
        <p:nvSpPr>
          <p:cNvPr id="741" name="Google Shape;741;p57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42" name="Google Shape;742;p57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57"/>
          <p:cNvSpPr txBox="1">
            <a:spLocks noGrp="1"/>
          </p:cNvSpPr>
          <p:nvPr>
            <p:ph type="body" idx="1"/>
          </p:nvPr>
        </p:nvSpPr>
        <p:spPr>
          <a:xfrm>
            <a:off x="538200" y="1659467"/>
            <a:ext cx="5312000" cy="21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•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D87A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D87A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44" name="Google Shape;744;p57"/>
          <p:cNvSpPr txBox="1">
            <a:spLocks noGrp="1"/>
          </p:cNvSpPr>
          <p:nvPr>
            <p:ph type="body" idx="3"/>
          </p:nvPr>
        </p:nvSpPr>
        <p:spPr>
          <a:xfrm>
            <a:off x="538200" y="4153900"/>
            <a:ext cx="5312000" cy="21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•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D87A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D87A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4507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-8A 1">
  <p:cSld name="Photo-8A 1"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58"/>
          <p:cNvSpPr>
            <a:spLocks noGrp="1"/>
          </p:cNvSpPr>
          <p:nvPr>
            <p:ph type="pic" idx="2"/>
          </p:nvPr>
        </p:nvSpPr>
        <p:spPr>
          <a:xfrm>
            <a:off x="6341967" y="0"/>
            <a:ext cx="5850000" cy="6721200"/>
          </a:xfrm>
          <a:prstGeom prst="rect">
            <a:avLst/>
          </a:prstGeom>
          <a:noFill/>
          <a:ln>
            <a:noFill/>
          </a:ln>
        </p:spPr>
      </p:sp>
      <p:sp>
        <p:nvSpPr>
          <p:cNvPr id="747" name="Google Shape;747;p58"/>
          <p:cNvSpPr txBox="1">
            <a:spLocks noGrp="1"/>
          </p:cNvSpPr>
          <p:nvPr>
            <p:ph type="title"/>
          </p:nvPr>
        </p:nvSpPr>
        <p:spPr>
          <a:xfrm>
            <a:off x="538200" y="538633"/>
            <a:ext cx="5312000" cy="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8" name="Google Shape;748;p58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3772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9pPr>
          </a:lstStyle>
          <a:p>
            <a:endParaRPr/>
          </a:p>
        </p:txBody>
      </p:sp>
      <p:sp>
        <p:nvSpPr>
          <p:cNvPr id="749" name="Google Shape;749;p58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50" name="Google Shape;750;p58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58"/>
          <p:cNvSpPr txBox="1">
            <a:spLocks noGrp="1"/>
          </p:cNvSpPr>
          <p:nvPr>
            <p:ph type="body" idx="1"/>
          </p:nvPr>
        </p:nvSpPr>
        <p:spPr>
          <a:xfrm>
            <a:off x="538200" y="1659467"/>
            <a:ext cx="5312000" cy="21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•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D87A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D87A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52" name="Google Shape;752;p58"/>
          <p:cNvSpPr txBox="1">
            <a:spLocks noGrp="1"/>
          </p:cNvSpPr>
          <p:nvPr>
            <p:ph type="body" idx="3"/>
          </p:nvPr>
        </p:nvSpPr>
        <p:spPr>
          <a:xfrm>
            <a:off x="538200" y="4153900"/>
            <a:ext cx="5312000" cy="21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•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D87A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D87A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8623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umn, Left Header, Right Text + Photo">
  <p:cSld name="Half Column, Left Header, Right Text + Photo"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59"/>
          <p:cNvSpPr>
            <a:spLocks noGrp="1"/>
          </p:cNvSpPr>
          <p:nvPr>
            <p:ph type="pic" idx="2"/>
          </p:nvPr>
        </p:nvSpPr>
        <p:spPr>
          <a:xfrm>
            <a:off x="514367" y="1660467"/>
            <a:ext cx="5335600" cy="4640000"/>
          </a:xfrm>
          <a:prstGeom prst="rect">
            <a:avLst/>
          </a:prstGeom>
          <a:noFill/>
          <a:ln>
            <a:noFill/>
          </a:ln>
        </p:spPr>
      </p:sp>
      <p:sp>
        <p:nvSpPr>
          <p:cNvPr id="755" name="Google Shape;755;p59"/>
          <p:cNvSpPr txBox="1">
            <a:spLocks noGrp="1"/>
          </p:cNvSpPr>
          <p:nvPr>
            <p:ph type="title"/>
          </p:nvPr>
        </p:nvSpPr>
        <p:spPr>
          <a:xfrm>
            <a:off x="538200" y="538629"/>
            <a:ext cx="10813600" cy="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6" name="Google Shape;756;p59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3772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9pPr>
          </a:lstStyle>
          <a:p>
            <a:endParaRPr/>
          </a:p>
        </p:txBody>
      </p:sp>
      <p:sp>
        <p:nvSpPr>
          <p:cNvPr id="757" name="Google Shape;757;p59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58" name="Google Shape;758;p59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59"/>
          <p:cNvSpPr txBox="1">
            <a:spLocks noGrp="1"/>
          </p:cNvSpPr>
          <p:nvPr>
            <p:ph type="body" idx="1"/>
          </p:nvPr>
        </p:nvSpPr>
        <p:spPr>
          <a:xfrm>
            <a:off x="6341533" y="1659467"/>
            <a:ext cx="5289600" cy="46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•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D87A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D87A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7555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/3 Photo, 2/3 Content">
  <p:cSld name="1/3 Photo, 2/3 Content"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0"/>
          <p:cNvSpPr>
            <a:spLocks noGrp="1"/>
          </p:cNvSpPr>
          <p:nvPr>
            <p:ph type="pic" idx="2"/>
          </p:nvPr>
        </p:nvSpPr>
        <p:spPr>
          <a:xfrm>
            <a:off x="538200" y="538635"/>
            <a:ext cx="3377200" cy="5762000"/>
          </a:xfrm>
          <a:prstGeom prst="rect">
            <a:avLst/>
          </a:prstGeom>
          <a:noFill/>
          <a:ln>
            <a:noFill/>
          </a:ln>
        </p:spPr>
      </p:sp>
      <p:sp>
        <p:nvSpPr>
          <p:cNvPr id="762" name="Google Shape;762;p60"/>
          <p:cNvSpPr txBox="1">
            <a:spLocks noGrp="1"/>
          </p:cNvSpPr>
          <p:nvPr>
            <p:ph type="title"/>
          </p:nvPr>
        </p:nvSpPr>
        <p:spPr>
          <a:xfrm>
            <a:off x="4373233" y="538633"/>
            <a:ext cx="7258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3" name="Google Shape;763;p60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3772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9pPr>
          </a:lstStyle>
          <a:p>
            <a:endParaRPr/>
          </a:p>
        </p:txBody>
      </p:sp>
      <p:sp>
        <p:nvSpPr>
          <p:cNvPr id="764" name="Google Shape;764;p60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65" name="Google Shape;765;p60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60"/>
          <p:cNvSpPr txBox="1">
            <a:spLocks noGrp="1"/>
          </p:cNvSpPr>
          <p:nvPr>
            <p:ph type="body" idx="1"/>
          </p:nvPr>
        </p:nvSpPr>
        <p:spPr>
          <a:xfrm>
            <a:off x="4373033" y="1659467"/>
            <a:ext cx="7258000" cy="46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•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D87A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D87A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6872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/3 Photo, 2/3 Content 1">
  <p:cSld name="1/3 Photo, 2/3 Content 1"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1"/>
          <p:cNvSpPr>
            <a:spLocks noGrp="1"/>
          </p:cNvSpPr>
          <p:nvPr>
            <p:ph type="pic" idx="2"/>
          </p:nvPr>
        </p:nvSpPr>
        <p:spPr>
          <a:xfrm>
            <a:off x="0" y="0"/>
            <a:ext cx="3915600" cy="6721200"/>
          </a:xfrm>
          <a:prstGeom prst="rect">
            <a:avLst/>
          </a:prstGeom>
          <a:noFill/>
          <a:ln>
            <a:noFill/>
          </a:ln>
        </p:spPr>
      </p:sp>
      <p:sp>
        <p:nvSpPr>
          <p:cNvPr id="769" name="Google Shape;769;p61"/>
          <p:cNvSpPr txBox="1">
            <a:spLocks noGrp="1"/>
          </p:cNvSpPr>
          <p:nvPr>
            <p:ph type="title"/>
          </p:nvPr>
        </p:nvSpPr>
        <p:spPr>
          <a:xfrm>
            <a:off x="4373233" y="538633"/>
            <a:ext cx="72580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0" name="Google Shape;770;p61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3772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600"/>
              <a:buNone/>
              <a:defRPr>
                <a:solidFill>
                  <a:srgbClr val="616161"/>
                </a:solidFill>
              </a:defRPr>
            </a:lvl9pPr>
          </a:lstStyle>
          <a:p>
            <a:endParaRPr/>
          </a:p>
        </p:txBody>
      </p:sp>
      <p:sp>
        <p:nvSpPr>
          <p:cNvPr id="771" name="Google Shape;771;p61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72" name="Google Shape;772;p61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61"/>
          <p:cNvSpPr txBox="1">
            <a:spLocks noGrp="1"/>
          </p:cNvSpPr>
          <p:nvPr>
            <p:ph type="body" idx="1"/>
          </p:nvPr>
        </p:nvSpPr>
        <p:spPr>
          <a:xfrm>
            <a:off x="4373033" y="1659467"/>
            <a:ext cx="7258000" cy="46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•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D87A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D87A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1926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+ Photos">
  <p:cSld name="Three Column + Photos"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2"/>
          <p:cNvSpPr txBox="1">
            <a:spLocks noGrp="1"/>
          </p:cNvSpPr>
          <p:nvPr>
            <p:ph type="body" idx="1"/>
          </p:nvPr>
        </p:nvSpPr>
        <p:spPr>
          <a:xfrm>
            <a:off x="536200" y="1660467"/>
            <a:ext cx="11095200" cy="13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•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D87A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D87A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76" name="Google Shape;776;p62"/>
          <p:cNvSpPr/>
          <p:nvPr/>
        </p:nvSpPr>
        <p:spPr>
          <a:xfrm>
            <a:off x="538200" y="419767"/>
            <a:ext cx="1519200" cy="85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62"/>
          <p:cNvSpPr txBox="1">
            <a:spLocks noGrp="1"/>
          </p:cNvSpPr>
          <p:nvPr>
            <p:ph type="title"/>
          </p:nvPr>
        </p:nvSpPr>
        <p:spPr>
          <a:xfrm>
            <a:off x="538200" y="538636"/>
            <a:ext cx="11018800" cy="7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8" name="Google Shape;778;p62"/>
          <p:cNvSpPr txBox="1">
            <a:spLocks noGrp="1"/>
          </p:cNvSpPr>
          <p:nvPr>
            <p:ph type="ftr" idx="11"/>
          </p:nvPr>
        </p:nvSpPr>
        <p:spPr>
          <a:xfrm>
            <a:off x="538201" y="6300529"/>
            <a:ext cx="3733200" cy="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9C9C9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779" name="Google Shape;779;p62"/>
          <p:cNvSpPr>
            <a:spLocks noGrp="1"/>
          </p:cNvSpPr>
          <p:nvPr>
            <p:ph type="pic" idx="2"/>
          </p:nvPr>
        </p:nvSpPr>
        <p:spPr>
          <a:xfrm>
            <a:off x="538200" y="4167567"/>
            <a:ext cx="3377200" cy="2132800"/>
          </a:xfrm>
          <a:prstGeom prst="rect">
            <a:avLst/>
          </a:prstGeom>
          <a:noFill/>
          <a:ln>
            <a:noFill/>
          </a:ln>
        </p:spPr>
      </p:sp>
      <p:sp>
        <p:nvSpPr>
          <p:cNvPr id="780" name="Google Shape;780;p62"/>
          <p:cNvSpPr>
            <a:spLocks noGrp="1"/>
          </p:cNvSpPr>
          <p:nvPr>
            <p:ph type="pic" idx="3"/>
          </p:nvPr>
        </p:nvSpPr>
        <p:spPr>
          <a:xfrm>
            <a:off x="4474700" y="4167700"/>
            <a:ext cx="3344000" cy="2132800"/>
          </a:xfrm>
          <a:prstGeom prst="rect">
            <a:avLst/>
          </a:prstGeom>
          <a:noFill/>
          <a:ln>
            <a:noFill/>
          </a:ln>
        </p:spPr>
      </p:sp>
      <p:sp>
        <p:nvSpPr>
          <p:cNvPr id="781" name="Google Shape;781;p62"/>
          <p:cNvSpPr>
            <a:spLocks noGrp="1"/>
          </p:cNvSpPr>
          <p:nvPr>
            <p:ph type="pic" idx="4"/>
          </p:nvPr>
        </p:nvSpPr>
        <p:spPr>
          <a:xfrm>
            <a:off x="8290133" y="4167633"/>
            <a:ext cx="3344000" cy="2132800"/>
          </a:xfrm>
          <a:prstGeom prst="rect">
            <a:avLst/>
          </a:prstGeom>
          <a:noFill/>
          <a:ln>
            <a:noFill/>
          </a:ln>
        </p:spPr>
      </p:sp>
      <p:sp>
        <p:nvSpPr>
          <p:cNvPr id="782" name="Google Shape;782;p62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83" name="Google Shape;783;p62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62"/>
          <p:cNvSpPr txBox="1">
            <a:spLocks noGrp="1"/>
          </p:cNvSpPr>
          <p:nvPr>
            <p:ph type="body" idx="5"/>
          </p:nvPr>
        </p:nvSpPr>
        <p:spPr>
          <a:xfrm>
            <a:off x="538600" y="3460767"/>
            <a:ext cx="33772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•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D87A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D87A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85" name="Google Shape;785;p62"/>
          <p:cNvSpPr txBox="1">
            <a:spLocks noGrp="1"/>
          </p:cNvSpPr>
          <p:nvPr>
            <p:ph type="body" idx="6"/>
          </p:nvPr>
        </p:nvSpPr>
        <p:spPr>
          <a:xfrm>
            <a:off x="4373033" y="3460767"/>
            <a:ext cx="34624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•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D87A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D87A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86" name="Google Shape;786;p62"/>
          <p:cNvSpPr txBox="1">
            <a:spLocks noGrp="1"/>
          </p:cNvSpPr>
          <p:nvPr>
            <p:ph type="body" idx="7"/>
          </p:nvPr>
        </p:nvSpPr>
        <p:spPr>
          <a:xfrm>
            <a:off x="8292667" y="3460767"/>
            <a:ext cx="33772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•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D87A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D87A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7265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 + Photos">
  <p:cSld name="4 Column + Photos"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63"/>
          <p:cNvSpPr>
            <a:spLocks noGrp="1"/>
          </p:cNvSpPr>
          <p:nvPr>
            <p:ph type="pic" idx="2"/>
          </p:nvPr>
        </p:nvSpPr>
        <p:spPr>
          <a:xfrm>
            <a:off x="573468" y="3219629"/>
            <a:ext cx="2472000" cy="2328400"/>
          </a:xfrm>
          <a:prstGeom prst="rect">
            <a:avLst/>
          </a:prstGeom>
          <a:noFill/>
          <a:ln>
            <a:noFill/>
          </a:ln>
        </p:spPr>
      </p:sp>
      <p:sp>
        <p:nvSpPr>
          <p:cNvPr id="789" name="Google Shape;789;p63"/>
          <p:cNvSpPr>
            <a:spLocks noGrp="1"/>
          </p:cNvSpPr>
          <p:nvPr>
            <p:ph type="pic" idx="3"/>
          </p:nvPr>
        </p:nvSpPr>
        <p:spPr>
          <a:xfrm>
            <a:off x="3390733" y="3218905"/>
            <a:ext cx="2472000" cy="2334800"/>
          </a:xfrm>
          <a:prstGeom prst="rect">
            <a:avLst/>
          </a:prstGeom>
          <a:noFill/>
          <a:ln>
            <a:noFill/>
          </a:ln>
        </p:spPr>
      </p:sp>
      <p:sp>
        <p:nvSpPr>
          <p:cNvPr id="790" name="Google Shape;790;p63"/>
          <p:cNvSpPr>
            <a:spLocks noGrp="1"/>
          </p:cNvSpPr>
          <p:nvPr>
            <p:ph type="pic" idx="4"/>
          </p:nvPr>
        </p:nvSpPr>
        <p:spPr>
          <a:xfrm>
            <a:off x="6341967" y="3218905"/>
            <a:ext cx="2472000" cy="2334800"/>
          </a:xfrm>
          <a:prstGeom prst="rect">
            <a:avLst/>
          </a:prstGeom>
          <a:noFill/>
          <a:ln>
            <a:noFill/>
          </a:ln>
        </p:spPr>
      </p:sp>
      <p:sp>
        <p:nvSpPr>
          <p:cNvPr id="791" name="Google Shape;791;p63"/>
          <p:cNvSpPr>
            <a:spLocks noGrp="1"/>
          </p:cNvSpPr>
          <p:nvPr>
            <p:ph type="pic" idx="5"/>
          </p:nvPr>
        </p:nvSpPr>
        <p:spPr>
          <a:xfrm>
            <a:off x="9159232" y="3218916"/>
            <a:ext cx="2472000" cy="2334800"/>
          </a:xfrm>
          <a:prstGeom prst="rect">
            <a:avLst/>
          </a:prstGeom>
          <a:noFill/>
          <a:ln>
            <a:noFill/>
          </a:ln>
        </p:spPr>
      </p:sp>
      <p:sp>
        <p:nvSpPr>
          <p:cNvPr id="792" name="Google Shape;792;p63"/>
          <p:cNvSpPr/>
          <p:nvPr/>
        </p:nvSpPr>
        <p:spPr>
          <a:xfrm>
            <a:off x="538200" y="419767"/>
            <a:ext cx="1519200" cy="85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63"/>
          <p:cNvSpPr txBox="1">
            <a:spLocks noGrp="1"/>
          </p:cNvSpPr>
          <p:nvPr>
            <p:ph type="title"/>
          </p:nvPr>
        </p:nvSpPr>
        <p:spPr>
          <a:xfrm>
            <a:off x="538200" y="538636"/>
            <a:ext cx="11018800" cy="7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4" name="Google Shape;794;p63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733200" cy="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9C9C9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795" name="Google Shape;795;p63"/>
          <p:cNvSpPr txBox="1">
            <a:spLocks noGrp="1"/>
          </p:cNvSpPr>
          <p:nvPr>
            <p:ph type="body" idx="1"/>
          </p:nvPr>
        </p:nvSpPr>
        <p:spPr>
          <a:xfrm>
            <a:off x="538200" y="5624833"/>
            <a:ext cx="2472000" cy="5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1pPr>
            <a:lvl2pPr marL="1219170" lvl="1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6" name="Google Shape;796;p63"/>
          <p:cNvSpPr txBox="1">
            <a:spLocks noGrp="1"/>
          </p:cNvSpPr>
          <p:nvPr>
            <p:ph type="body" idx="6"/>
          </p:nvPr>
        </p:nvSpPr>
        <p:spPr>
          <a:xfrm>
            <a:off x="3390733" y="5624833"/>
            <a:ext cx="2472000" cy="5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1pPr>
            <a:lvl2pPr marL="1219170" lvl="1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7" name="Google Shape;797;p63"/>
          <p:cNvSpPr txBox="1">
            <a:spLocks noGrp="1"/>
          </p:cNvSpPr>
          <p:nvPr>
            <p:ph type="body" idx="7"/>
          </p:nvPr>
        </p:nvSpPr>
        <p:spPr>
          <a:xfrm>
            <a:off x="6341967" y="5624833"/>
            <a:ext cx="2472000" cy="5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1pPr>
            <a:lvl2pPr marL="1219170" lvl="1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8" name="Google Shape;798;p63"/>
          <p:cNvSpPr txBox="1">
            <a:spLocks noGrp="1"/>
          </p:cNvSpPr>
          <p:nvPr>
            <p:ph type="body" idx="8"/>
          </p:nvPr>
        </p:nvSpPr>
        <p:spPr>
          <a:xfrm>
            <a:off x="9159233" y="5624833"/>
            <a:ext cx="2472000" cy="5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Arial"/>
              <a:buNone/>
              <a:defRPr sz="1467"/>
            </a:lvl1pPr>
            <a:lvl2pPr marL="1219170" lvl="1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2pPr>
            <a:lvl3pPr marL="1828754" lvl="2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marL="3047924" lvl="4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9" name="Google Shape;799;p63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800" name="Google Shape;800;p63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63"/>
          <p:cNvSpPr txBox="1">
            <a:spLocks noGrp="1"/>
          </p:cNvSpPr>
          <p:nvPr>
            <p:ph type="body" idx="9"/>
          </p:nvPr>
        </p:nvSpPr>
        <p:spPr>
          <a:xfrm>
            <a:off x="536200" y="1660467"/>
            <a:ext cx="11095200" cy="15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marR="0" lvl="0" indent="-42332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•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2332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‒"/>
              <a:defRPr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0639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Montserrat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0639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D87A1"/>
              </a:buClr>
              <a:buSzPts val="1200"/>
              <a:buFont typeface="Montserrat"/>
              <a:buChar char="–"/>
              <a:defRPr sz="1600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38945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D87A1"/>
              </a:buClr>
              <a:buSzPts val="1000"/>
              <a:buFont typeface="Montserrat"/>
              <a:buChar char="»"/>
              <a:defRPr sz="1333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38945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•"/>
              <a:defRPr sz="13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37252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37252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37252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1067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8148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Intro">
  <p:cSld name="Demo Intro">
    <p:bg>
      <p:bgPr>
        <a:solidFill>
          <a:schemeClr val="dk1"/>
        </a:solidFill>
        <a:effectLst/>
      </p:bgPr>
    </p:bg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4"/>
          <p:cNvSpPr txBox="1">
            <a:spLocks noGrp="1"/>
          </p:cNvSpPr>
          <p:nvPr>
            <p:ph type="body" idx="1"/>
          </p:nvPr>
        </p:nvSpPr>
        <p:spPr>
          <a:xfrm>
            <a:off x="538200" y="4405400"/>
            <a:ext cx="11093200" cy="9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3733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2pPr>
            <a:lvl3pPr marL="1828754" lvl="2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4" name="Google Shape;804;p64"/>
          <p:cNvSpPr txBox="1">
            <a:spLocks noGrp="1"/>
          </p:cNvSpPr>
          <p:nvPr>
            <p:ph type="ftr" idx="11"/>
          </p:nvPr>
        </p:nvSpPr>
        <p:spPr>
          <a:xfrm>
            <a:off x="538201" y="6300532"/>
            <a:ext cx="37332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grpSp>
        <p:nvGrpSpPr>
          <p:cNvPr id="805" name="Google Shape;805;p64"/>
          <p:cNvGrpSpPr/>
          <p:nvPr/>
        </p:nvGrpSpPr>
        <p:grpSpPr>
          <a:xfrm>
            <a:off x="3423305" y="1914467"/>
            <a:ext cx="5383657" cy="2274012"/>
            <a:chOff x="2567477" y="1435848"/>
            <a:chExt cx="4037743" cy="1705509"/>
          </a:xfrm>
        </p:grpSpPr>
        <p:sp>
          <p:nvSpPr>
            <p:cNvPr id="806" name="Google Shape;806;p64"/>
            <p:cNvSpPr/>
            <p:nvPr/>
          </p:nvSpPr>
          <p:spPr>
            <a:xfrm rot="10800000">
              <a:off x="2567477" y="1435848"/>
              <a:ext cx="4037743" cy="1705509"/>
            </a:xfrm>
            <a:custGeom>
              <a:avLst/>
              <a:gdLst/>
              <a:ahLst/>
              <a:cxnLst/>
              <a:rect l="l" t="t" r="r" b="b"/>
              <a:pathLst>
                <a:path w="4037743" h="1705509" extrusionOk="0">
                  <a:moveTo>
                    <a:pt x="4001409" y="1705509"/>
                  </a:moveTo>
                  <a:lnTo>
                    <a:pt x="36334" y="1705509"/>
                  </a:lnTo>
                  <a:cubicBezTo>
                    <a:pt x="16267" y="1705509"/>
                    <a:pt x="0" y="1689242"/>
                    <a:pt x="0" y="1669175"/>
                  </a:cubicBezTo>
                  <a:lnTo>
                    <a:pt x="0" y="303461"/>
                  </a:lnTo>
                  <a:cubicBezTo>
                    <a:pt x="0" y="283394"/>
                    <a:pt x="16267" y="267127"/>
                    <a:pt x="36334" y="267127"/>
                  </a:cubicBezTo>
                  <a:lnTo>
                    <a:pt x="1863939" y="267127"/>
                  </a:lnTo>
                  <a:lnTo>
                    <a:pt x="2018873" y="0"/>
                  </a:lnTo>
                  <a:lnTo>
                    <a:pt x="2173806" y="267127"/>
                  </a:lnTo>
                  <a:lnTo>
                    <a:pt x="4001409" y="267127"/>
                  </a:lnTo>
                  <a:cubicBezTo>
                    <a:pt x="4021476" y="267127"/>
                    <a:pt x="4037743" y="283394"/>
                    <a:pt x="4037743" y="303461"/>
                  </a:cubicBezTo>
                  <a:lnTo>
                    <a:pt x="4037743" y="1669175"/>
                  </a:lnTo>
                  <a:cubicBezTo>
                    <a:pt x="4037743" y="1689242"/>
                    <a:pt x="4021476" y="1705509"/>
                    <a:pt x="4001409" y="1705509"/>
                  </a:cubicBezTo>
                  <a:close/>
                </a:path>
              </a:pathLst>
            </a:custGeom>
            <a:solidFill>
              <a:schemeClr val="accent1"/>
            </a:solidFill>
            <a:ln w="79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4" marR="0" lvl="0" indent="-12191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64"/>
            <p:cNvSpPr/>
            <p:nvPr/>
          </p:nvSpPr>
          <p:spPr>
            <a:xfrm>
              <a:off x="4133194" y="1749141"/>
              <a:ext cx="2270590" cy="8309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800"/>
                <a:buFont typeface="Arial"/>
                <a:buNone/>
              </a:pPr>
              <a:r>
                <a:rPr lang="en" sz="6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DEMO</a:t>
              </a:r>
              <a:endParaRPr sz="186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08" name="Google Shape;808;p64"/>
            <p:cNvSpPr/>
            <p:nvPr/>
          </p:nvSpPr>
          <p:spPr>
            <a:xfrm>
              <a:off x="2608933" y="1477847"/>
              <a:ext cx="1371600" cy="1371816"/>
            </a:xfrm>
            <a:custGeom>
              <a:avLst/>
              <a:gdLst/>
              <a:ahLst/>
              <a:cxnLst/>
              <a:rect l="l" t="t" r="r" b="b"/>
              <a:pathLst>
                <a:path w="1356935" h="1357149" extrusionOk="0">
                  <a:moveTo>
                    <a:pt x="0" y="0"/>
                  </a:moveTo>
                  <a:lnTo>
                    <a:pt x="1355558" y="0"/>
                  </a:lnTo>
                  <a:lnTo>
                    <a:pt x="1356935" y="588222"/>
                  </a:lnTo>
                  <a:lnTo>
                    <a:pt x="1284968" y="677891"/>
                  </a:lnTo>
                  <a:lnTo>
                    <a:pt x="1356935" y="763713"/>
                  </a:lnTo>
                  <a:lnTo>
                    <a:pt x="1355558" y="1357149"/>
                  </a:lnTo>
                  <a:lnTo>
                    <a:pt x="0" y="1357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4" marR="0" lvl="0" indent="-12191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64"/>
            <p:cNvSpPr/>
            <p:nvPr/>
          </p:nvSpPr>
          <p:spPr>
            <a:xfrm rot="5400000">
              <a:off x="3215081" y="2120452"/>
              <a:ext cx="1421316" cy="77506"/>
            </a:xfrm>
            <a:custGeom>
              <a:avLst/>
              <a:gdLst/>
              <a:ahLst/>
              <a:cxnLst/>
              <a:rect l="l" t="t" r="r" b="b"/>
              <a:pathLst>
                <a:path w="6135" h="368" extrusionOk="0">
                  <a:moveTo>
                    <a:pt x="0" y="0"/>
                  </a:moveTo>
                  <a:lnTo>
                    <a:pt x="2726" y="0"/>
                  </a:lnTo>
                  <a:lnTo>
                    <a:pt x="3090" y="368"/>
                  </a:lnTo>
                  <a:lnTo>
                    <a:pt x="3440" y="0"/>
                  </a:lnTo>
                  <a:lnTo>
                    <a:pt x="6135" y="0"/>
                  </a:lnTo>
                </a:path>
              </a:pathLst>
            </a:custGeom>
            <a:noFill/>
            <a:ln w="381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8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64"/>
            <p:cNvSpPr/>
            <p:nvPr/>
          </p:nvSpPr>
          <p:spPr>
            <a:xfrm>
              <a:off x="2988945" y="1860769"/>
              <a:ext cx="596912" cy="596871"/>
            </a:xfrm>
            <a:custGeom>
              <a:avLst/>
              <a:gdLst/>
              <a:ahLst/>
              <a:cxnLst/>
              <a:rect l="l" t="t" r="r" b="b"/>
              <a:pathLst>
                <a:path w="20954" h="21057" extrusionOk="0">
                  <a:moveTo>
                    <a:pt x="17610" y="7168"/>
                  </a:moveTo>
                  <a:cubicBezTo>
                    <a:pt x="16256" y="7168"/>
                    <a:pt x="15158" y="6064"/>
                    <a:pt x="15158" y="4703"/>
                  </a:cubicBezTo>
                  <a:cubicBezTo>
                    <a:pt x="15158" y="3343"/>
                    <a:pt x="16256" y="2239"/>
                    <a:pt x="17610" y="2239"/>
                  </a:cubicBezTo>
                  <a:cubicBezTo>
                    <a:pt x="18964" y="2239"/>
                    <a:pt x="20062" y="3343"/>
                    <a:pt x="20062" y="4703"/>
                  </a:cubicBezTo>
                  <a:cubicBezTo>
                    <a:pt x="20062" y="6064"/>
                    <a:pt x="18964" y="7168"/>
                    <a:pt x="17610" y="7168"/>
                  </a:cubicBezTo>
                  <a:close/>
                  <a:moveTo>
                    <a:pt x="10700" y="6262"/>
                  </a:moveTo>
                  <a:lnTo>
                    <a:pt x="10700" y="3807"/>
                  </a:lnTo>
                  <a:cubicBezTo>
                    <a:pt x="10700" y="2941"/>
                    <a:pt x="10001" y="2239"/>
                    <a:pt x="9139" y="2239"/>
                  </a:cubicBezTo>
                  <a:cubicBezTo>
                    <a:pt x="8278" y="2239"/>
                    <a:pt x="7579" y="2941"/>
                    <a:pt x="7579" y="3807"/>
                  </a:cubicBezTo>
                  <a:lnTo>
                    <a:pt x="7579" y="6262"/>
                  </a:lnTo>
                  <a:cubicBezTo>
                    <a:pt x="7225" y="6034"/>
                    <a:pt x="6924" y="5732"/>
                    <a:pt x="6698" y="5376"/>
                  </a:cubicBezTo>
                  <a:cubicBezTo>
                    <a:pt x="5836" y="4021"/>
                    <a:pt x="6230" y="2220"/>
                    <a:pt x="7579" y="1354"/>
                  </a:cubicBezTo>
                  <a:cubicBezTo>
                    <a:pt x="8928" y="488"/>
                    <a:pt x="10720" y="884"/>
                    <a:pt x="11581" y="2240"/>
                  </a:cubicBezTo>
                  <a:cubicBezTo>
                    <a:pt x="12443" y="3595"/>
                    <a:pt x="12049" y="5396"/>
                    <a:pt x="10700" y="6262"/>
                  </a:cubicBezTo>
                  <a:close/>
                  <a:moveTo>
                    <a:pt x="11083" y="8128"/>
                  </a:moveTo>
                  <a:cubicBezTo>
                    <a:pt x="11390" y="7981"/>
                    <a:pt x="11758" y="8090"/>
                    <a:pt x="11937" y="8381"/>
                  </a:cubicBezTo>
                  <a:lnTo>
                    <a:pt x="12037" y="8542"/>
                  </a:lnTo>
                  <a:lnTo>
                    <a:pt x="12037" y="9856"/>
                  </a:lnTo>
                  <a:cubicBezTo>
                    <a:pt x="12037" y="10453"/>
                    <a:pt x="12929" y="10453"/>
                    <a:pt x="12929" y="9856"/>
                  </a:cubicBezTo>
                  <a:lnTo>
                    <a:pt x="12929" y="8837"/>
                  </a:lnTo>
                  <a:lnTo>
                    <a:pt x="13211" y="8635"/>
                  </a:lnTo>
                  <a:cubicBezTo>
                    <a:pt x="13315" y="8561"/>
                    <a:pt x="13439" y="8518"/>
                    <a:pt x="13567" y="8512"/>
                  </a:cubicBezTo>
                  <a:cubicBezTo>
                    <a:pt x="13936" y="8495"/>
                    <a:pt x="14249" y="8782"/>
                    <a:pt x="14266" y="9153"/>
                  </a:cubicBezTo>
                  <a:lnTo>
                    <a:pt x="14274" y="9318"/>
                  </a:lnTo>
                  <a:cubicBezTo>
                    <a:pt x="14269" y="9347"/>
                    <a:pt x="14266" y="9377"/>
                    <a:pt x="14266" y="9408"/>
                  </a:cubicBezTo>
                  <a:lnTo>
                    <a:pt x="14266" y="10752"/>
                  </a:lnTo>
                  <a:cubicBezTo>
                    <a:pt x="14266" y="11349"/>
                    <a:pt x="15158" y="11349"/>
                    <a:pt x="15158" y="10752"/>
                  </a:cubicBezTo>
                  <a:lnTo>
                    <a:pt x="15158" y="10105"/>
                  </a:lnTo>
                  <a:lnTo>
                    <a:pt x="15542" y="9920"/>
                  </a:lnTo>
                  <a:cubicBezTo>
                    <a:pt x="15631" y="9878"/>
                    <a:pt x="15728" y="9856"/>
                    <a:pt x="15827" y="9856"/>
                  </a:cubicBezTo>
                  <a:cubicBezTo>
                    <a:pt x="16196" y="9856"/>
                    <a:pt x="16496" y="10157"/>
                    <a:pt x="16496" y="10528"/>
                  </a:cubicBezTo>
                  <a:lnTo>
                    <a:pt x="16492" y="15231"/>
                  </a:lnTo>
                  <a:cubicBezTo>
                    <a:pt x="16392" y="17964"/>
                    <a:pt x="14130" y="20161"/>
                    <a:pt x="11369" y="20161"/>
                  </a:cubicBezTo>
                  <a:cubicBezTo>
                    <a:pt x="9834" y="20163"/>
                    <a:pt x="8380" y="19472"/>
                    <a:pt x="7407" y="18280"/>
                  </a:cubicBezTo>
                  <a:cubicBezTo>
                    <a:pt x="6033" y="16208"/>
                    <a:pt x="5350" y="14765"/>
                    <a:pt x="5350" y="14112"/>
                  </a:cubicBezTo>
                  <a:cubicBezTo>
                    <a:pt x="5350" y="12649"/>
                    <a:pt x="6371" y="10769"/>
                    <a:pt x="7579" y="9672"/>
                  </a:cubicBezTo>
                  <a:lnTo>
                    <a:pt x="7579" y="12544"/>
                  </a:lnTo>
                  <a:cubicBezTo>
                    <a:pt x="7579" y="12792"/>
                    <a:pt x="7779" y="12992"/>
                    <a:pt x="8025" y="12992"/>
                  </a:cubicBezTo>
                  <a:cubicBezTo>
                    <a:pt x="8271" y="12992"/>
                    <a:pt x="8471" y="12792"/>
                    <a:pt x="8471" y="12544"/>
                  </a:cubicBezTo>
                  <a:lnTo>
                    <a:pt x="8471" y="3807"/>
                  </a:lnTo>
                  <a:cubicBezTo>
                    <a:pt x="8471" y="3436"/>
                    <a:pt x="8770" y="3135"/>
                    <a:pt x="9139" y="3135"/>
                  </a:cubicBezTo>
                  <a:cubicBezTo>
                    <a:pt x="9509" y="3135"/>
                    <a:pt x="9808" y="3436"/>
                    <a:pt x="9808" y="3807"/>
                  </a:cubicBezTo>
                  <a:lnTo>
                    <a:pt x="9808" y="9408"/>
                  </a:lnTo>
                  <a:cubicBezTo>
                    <a:pt x="9808" y="9655"/>
                    <a:pt x="10008" y="9856"/>
                    <a:pt x="10254" y="9856"/>
                  </a:cubicBezTo>
                  <a:cubicBezTo>
                    <a:pt x="10500" y="9856"/>
                    <a:pt x="10700" y="9655"/>
                    <a:pt x="10700" y="9408"/>
                  </a:cubicBezTo>
                  <a:lnTo>
                    <a:pt x="10700" y="8310"/>
                  </a:lnTo>
                  <a:cubicBezTo>
                    <a:pt x="10700" y="8310"/>
                    <a:pt x="11083" y="8128"/>
                    <a:pt x="11083" y="8128"/>
                  </a:cubicBezTo>
                  <a:close/>
                  <a:moveTo>
                    <a:pt x="2452" y="10752"/>
                  </a:moveTo>
                  <a:cubicBezTo>
                    <a:pt x="1590" y="10752"/>
                    <a:pt x="892" y="10050"/>
                    <a:pt x="892" y="9184"/>
                  </a:cubicBezTo>
                  <a:cubicBezTo>
                    <a:pt x="892" y="8318"/>
                    <a:pt x="1590" y="7616"/>
                    <a:pt x="2452" y="7616"/>
                  </a:cubicBezTo>
                  <a:cubicBezTo>
                    <a:pt x="3314" y="7616"/>
                    <a:pt x="4012" y="8318"/>
                    <a:pt x="4012" y="9184"/>
                  </a:cubicBezTo>
                  <a:cubicBezTo>
                    <a:pt x="4012" y="10050"/>
                    <a:pt x="3314" y="10752"/>
                    <a:pt x="2452" y="10752"/>
                  </a:cubicBezTo>
                  <a:close/>
                  <a:moveTo>
                    <a:pt x="18298" y="1413"/>
                  </a:moveTo>
                  <a:cubicBezTo>
                    <a:pt x="16491" y="1030"/>
                    <a:pt x="14718" y="2193"/>
                    <a:pt x="14338" y="4009"/>
                  </a:cubicBezTo>
                  <a:lnTo>
                    <a:pt x="12929" y="3832"/>
                  </a:lnTo>
                  <a:cubicBezTo>
                    <a:pt x="12933" y="3197"/>
                    <a:pt x="12779" y="2572"/>
                    <a:pt x="12481" y="2012"/>
                  </a:cubicBezTo>
                  <a:cubicBezTo>
                    <a:pt x="11493" y="158"/>
                    <a:pt x="9197" y="-541"/>
                    <a:pt x="7351" y="451"/>
                  </a:cubicBezTo>
                  <a:cubicBezTo>
                    <a:pt x="5506" y="1444"/>
                    <a:pt x="4811" y="3752"/>
                    <a:pt x="5799" y="5606"/>
                  </a:cubicBezTo>
                  <a:lnTo>
                    <a:pt x="3859" y="7165"/>
                  </a:lnTo>
                  <a:cubicBezTo>
                    <a:pt x="3029" y="6581"/>
                    <a:pt x="1925" y="6570"/>
                    <a:pt x="1084" y="7139"/>
                  </a:cubicBezTo>
                  <a:cubicBezTo>
                    <a:pt x="-40" y="7899"/>
                    <a:pt x="-338" y="9430"/>
                    <a:pt x="418" y="10559"/>
                  </a:cubicBezTo>
                  <a:cubicBezTo>
                    <a:pt x="1173" y="11688"/>
                    <a:pt x="2697" y="11988"/>
                    <a:pt x="3821" y="11228"/>
                  </a:cubicBezTo>
                  <a:cubicBezTo>
                    <a:pt x="4945" y="10469"/>
                    <a:pt x="5243" y="8938"/>
                    <a:pt x="4487" y="7808"/>
                  </a:cubicBezTo>
                  <a:lnTo>
                    <a:pt x="6311" y="6342"/>
                  </a:lnTo>
                  <a:cubicBezTo>
                    <a:pt x="6664" y="6739"/>
                    <a:pt x="7096" y="7059"/>
                    <a:pt x="7579" y="7279"/>
                  </a:cubicBezTo>
                  <a:lnTo>
                    <a:pt x="7579" y="7279"/>
                  </a:lnTo>
                  <a:lnTo>
                    <a:pt x="7579" y="8529"/>
                  </a:lnTo>
                  <a:cubicBezTo>
                    <a:pt x="5889" y="9697"/>
                    <a:pt x="4458" y="12185"/>
                    <a:pt x="4458" y="14112"/>
                  </a:cubicBezTo>
                  <a:cubicBezTo>
                    <a:pt x="4458" y="15033"/>
                    <a:pt x="5231" y="16613"/>
                    <a:pt x="6665" y="18776"/>
                  </a:cubicBezTo>
                  <a:lnTo>
                    <a:pt x="6719" y="18849"/>
                  </a:lnTo>
                  <a:cubicBezTo>
                    <a:pt x="7861" y="20249"/>
                    <a:pt x="9568" y="21059"/>
                    <a:pt x="11369" y="21057"/>
                  </a:cubicBezTo>
                  <a:cubicBezTo>
                    <a:pt x="14601" y="21057"/>
                    <a:pt x="17265" y="18486"/>
                    <a:pt x="17383" y="15265"/>
                  </a:cubicBezTo>
                  <a:lnTo>
                    <a:pt x="17387" y="10529"/>
                  </a:lnTo>
                  <a:cubicBezTo>
                    <a:pt x="17387" y="10296"/>
                    <a:pt x="17336" y="10065"/>
                    <a:pt x="17236" y="9855"/>
                  </a:cubicBezTo>
                  <a:cubicBezTo>
                    <a:pt x="16866" y="9072"/>
                    <a:pt x="15935" y="8740"/>
                    <a:pt x="15157" y="9112"/>
                  </a:cubicBezTo>
                  <a:cubicBezTo>
                    <a:pt x="15143" y="8811"/>
                    <a:pt x="15043" y="8520"/>
                    <a:pt x="14869" y="8274"/>
                  </a:cubicBezTo>
                  <a:cubicBezTo>
                    <a:pt x="14370" y="7569"/>
                    <a:pt x="13395" y="7404"/>
                    <a:pt x="12693" y="7906"/>
                  </a:cubicBezTo>
                  <a:cubicBezTo>
                    <a:pt x="12274" y="7229"/>
                    <a:pt x="11416" y="6977"/>
                    <a:pt x="10700" y="7319"/>
                  </a:cubicBezTo>
                  <a:lnTo>
                    <a:pt x="10700" y="7279"/>
                  </a:lnTo>
                  <a:cubicBezTo>
                    <a:pt x="11758" y="6797"/>
                    <a:pt x="12539" y="5855"/>
                    <a:pt x="12819" y="4721"/>
                  </a:cubicBezTo>
                  <a:lnTo>
                    <a:pt x="14272" y="4904"/>
                  </a:lnTo>
                  <a:cubicBezTo>
                    <a:pt x="14363" y="6414"/>
                    <a:pt x="15448" y="7678"/>
                    <a:pt x="16922" y="7989"/>
                  </a:cubicBezTo>
                  <a:cubicBezTo>
                    <a:pt x="18729" y="8371"/>
                    <a:pt x="20502" y="7209"/>
                    <a:pt x="20882" y="5393"/>
                  </a:cubicBezTo>
                  <a:cubicBezTo>
                    <a:pt x="21262" y="3577"/>
                    <a:pt x="20105" y="1795"/>
                    <a:pt x="18298" y="14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endPara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1" name="Google Shape;811;p64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64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813" name="Google Shape;813;p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9251" y="6451376"/>
            <a:ext cx="190287" cy="132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5974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 Intro">
  <p:cSld name="Video Intro">
    <p:bg>
      <p:bgPr>
        <a:solidFill>
          <a:schemeClr val="dk1"/>
        </a:solidFill>
        <a:effectLst/>
      </p:bgPr>
    </p:bg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65"/>
          <p:cNvSpPr txBox="1">
            <a:spLocks noGrp="1"/>
          </p:cNvSpPr>
          <p:nvPr>
            <p:ph type="body" idx="1"/>
          </p:nvPr>
        </p:nvSpPr>
        <p:spPr>
          <a:xfrm>
            <a:off x="538200" y="4405400"/>
            <a:ext cx="11093200" cy="9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3733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2pPr>
            <a:lvl3pPr marL="1828754" lvl="2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6" name="Google Shape;816;p65"/>
          <p:cNvSpPr txBox="1">
            <a:spLocks noGrp="1"/>
          </p:cNvSpPr>
          <p:nvPr>
            <p:ph type="ftr" idx="11"/>
          </p:nvPr>
        </p:nvSpPr>
        <p:spPr>
          <a:xfrm>
            <a:off x="538201" y="6300531"/>
            <a:ext cx="37332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grpSp>
        <p:nvGrpSpPr>
          <p:cNvPr id="817" name="Google Shape;817;p65"/>
          <p:cNvGrpSpPr/>
          <p:nvPr/>
        </p:nvGrpSpPr>
        <p:grpSpPr>
          <a:xfrm>
            <a:off x="3423305" y="1914467"/>
            <a:ext cx="5383657" cy="2274012"/>
            <a:chOff x="2567477" y="1435848"/>
            <a:chExt cx="4037743" cy="1705509"/>
          </a:xfrm>
        </p:grpSpPr>
        <p:sp>
          <p:nvSpPr>
            <p:cNvPr id="818" name="Google Shape;818;p65"/>
            <p:cNvSpPr/>
            <p:nvPr/>
          </p:nvSpPr>
          <p:spPr>
            <a:xfrm rot="10800000">
              <a:off x="2567477" y="1435848"/>
              <a:ext cx="4037743" cy="1705509"/>
            </a:xfrm>
            <a:custGeom>
              <a:avLst/>
              <a:gdLst/>
              <a:ahLst/>
              <a:cxnLst/>
              <a:rect l="l" t="t" r="r" b="b"/>
              <a:pathLst>
                <a:path w="4037743" h="1705509" extrusionOk="0">
                  <a:moveTo>
                    <a:pt x="4001409" y="1705509"/>
                  </a:moveTo>
                  <a:lnTo>
                    <a:pt x="36334" y="1705509"/>
                  </a:lnTo>
                  <a:cubicBezTo>
                    <a:pt x="16267" y="1705509"/>
                    <a:pt x="0" y="1689242"/>
                    <a:pt x="0" y="1669175"/>
                  </a:cubicBezTo>
                  <a:lnTo>
                    <a:pt x="0" y="303461"/>
                  </a:lnTo>
                  <a:cubicBezTo>
                    <a:pt x="0" y="283394"/>
                    <a:pt x="16267" y="267127"/>
                    <a:pt x="36334" y="267127"/>
                  </a:cubicBezTo>
                  <a:lnTo>
                    <a:pt x="1863939" y="267127"/>
                  </a:lnTo>
                  <a:lnTo>
                    <a:pt x="2018873" y="0"/>
                  </a:lnTo>
                  <a:lnTo>
                    <a:pt x="2173806" y="267127"/>
                  </a:lnTo>
                  <a:lnTo>
                    <a:pt x="4001409" y="267127"/>
                  </a:lnTo>
                  <a:cubicBezTo>
                    <a:pt x="4021476" y="267127"/>
                    <a:pt x="4037743" y="283394"/>
                    <a:pt x="4037743" y="303461"/>
                  </a:cubicBezTo>
                  <a:lnTo>
                    <a:pt x="4037743" y="1669175"/>
                  </a:lnTo>
                  <a:cubicBezTo>
                    <a:pt x="4037743" y="1689242"/>
                    <a:pt x="4021476" y="1705509"/>
                    <a:pt x="4001409" y="1705509"/>
                  </a:cubicBezTo>
                  <a:close/>
                </a:path>
              </a:pathLst>
            </a:custGeom>
            <a:solidFill>
              <a:schemeClr val="accent1"/>
            </a:solidFill>
            <a:ln w="79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4" marR="0" lvl="0" indent="-12191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65"/>
            <p:cNvSpPr/>
            <p:nvPr/>
          </p:nvSpPr>
          <p:spPr>
            <a:xfrm>
              <a:off x="4133194" y="1749141"/>
              <a:ext cx="2270590" cy="8309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800"/>
                <a:buFont typeface="Arial"/>
                <a:buNone/>
              </a:pPr>
              <a:r>
                <a:rPr lang="en" sz="6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VIDEO</a:t>
              </a:r>
              <a:endParaRPr sz="1867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20" name="Google Shape;820;p65"/>
            <p:cNvSpPr/>
            <p:nvPr/>
          </p:nvSpPr>
          <p:spPr>
            <a:xfrm>
              <a:off x="2608933" y="1477847"/>
              <a:ext cx="1371600" cy="1371816"/>
            </a:xfrm>
            <a:custGeom>
              <a:avLst/>
              <a:gdLst/>
              <a:ahLst/>
              <a:cxnLst/>
              <a:rect l="l" t="t" r="r" b="b"/>
              <a:pathLst>
                <a:path w="1356935" h="1357149" extrusionOk="0">
                  <a:moveTo>
                    <a:pt x="0" y="0"/>
                  </a:moveTo>
                  <a:lnTo>
                    <a:pt x="1355558" y="0"/>
                  </a:lnTo>
                  <a:lnTo>
                    <a:pt x="1356935" y="588222"/>
                  </a:lnTo>
                  <a:lnTo>
                    <a:pt x="1284968" y="677891"/>
                  </a:lnTo>
                  <a:lnTo>
                    <a:pt x="1356935" y="763713"/>
                  </a:lnTo>
                  <a:lnTo>
                    <a:pt x="1355558" y="1357149"/>
                  </a:lnTo>
                  <a:lnTo>
                    <a:pt x="0" y="1357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21914" marR="0" lvl="0" indent="-12191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65"/>
            <p:cNvSpPr/>
            <p:nvPr/>
          </p:nvSpPr>
          <p:spPr>
            <a:xfrm rot="5400000">
              <a:off x="3215081" y="2120452"/>
              <a:ext cx="1421316" cy="77506"/>
            </a:xfrm>
            <a:custGeom>
              <a:avLst/>
              <a:gdLst/>
              <a:ahLst/>
              <a:cxnLst/>
              <a:rect l="l" t="t" r="r" b="b"/>
              <a:pathLst>
                <a:path w="6135" h="368" extrusionOk="0">
                  <a:moveTo>
                    <a:pt x="0" y="0"/>
                  </a:moveTo>
                  <a:lnTo>
                    <a:pt x="2726" y="0"/>
                  </a:lnTo>
                  <a:lnTo>
                    <a:pt x="3090" y="368"/>
                  </a:lnTo>
                  <a:lnTo>
                    <a:pt x="3440" y="0"/>
                  </a:lnTo>
                  <a:lnTo>
                    <a:pt x="6135" y="0"/>
                  </a:lnTo>
                </a:path>
              </a:pathLst>
            </a:custGeom>
            <a:noFill/>
            <a:ln w="381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8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65"/>
            <p:cNvSpPr/>
            <p:nvPr/>
          </p:nvSpPr>
          <p:spPr>
            <a:xfrm>
              <a:off x="2958325" y="1854405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5053" y="10386"/>
                  </a:moveTo>
                  <a:lnTo>
                    <a:pt x="15053" y="10391"/>
                  </a:lnTo>
                  <a:cubicBezTo>
                    <a:pt x="15205" y="10473"/>
                    <a:pt x="15300" y="10631"/>
                    <a:pt x="15300" y="10802"/>
                  </a:cubicBezTo>
                  <a:cubicBezTo>
                    <a:pt x="15300" y="10974"/>
                    <a:pt x="15205" y="11132"/>
                    <a:pt x="15053" y="11214"/>
                  </a:cubicBezTo>
                  <a:lnTo>
                    <a:pt x="8821" y="14779"/>
                  </a:lnTo>
                  <a:cubicBezTo>
                    <a:pt x="8674" y="14871"/>
                    <a:pt x="8487" y="14874"/>
                    <a:pt x="8336" y="14788"/>
                  </a:cubicBezTo>
                  <a:cubicBezTo>
                    <a:pt x="8186" y="14702"/>
                    <a:pt x="8095" y="14541"/>
                    <a:pt x="8100" y="14368"/>
                  </a:cubicBezTo>
                  <a:lnTo>
                    <a:pt x="8100" y="7232"/>
                  </a:lnTo>
                  <a:cubicBezTo>
                    <a:pt x="8095" y="7060"/>
                    <a:pt x="8186" y="6899"/>
                    <a:pt x="8336" y="6812"/>
                  </a:cubicBezTo>
                  <a:cubicBezTo>
                    <a:pt x="8487" y="6726"/>
                    <a:pt x="8674" y="6730"/>
                    <a:pt x="8821" y="6821"/>
                  </a:cubicBezTo>
                  <a:cubicBezTo>
                    <a:pt x="8821" y="6821"/>
                    <a:pt x="15053" y="10386"/>
                    <a:pt x="15053" y="10386"/>
                  </a:cubicBezTo>
                  <a:close/>
                  <a:moveTo>
                    <a:pt x="10800" y="20700"/>
                  </a:moveTo>
                  <a:cubicBezTo>
                    <a:pt x="16268" y="20700"/>
                    <a:pt x="20700" y="16267"/>
                    <a:pt x="20700" y="10800"/>
                  </a:cubicBezTo>
                  <a:cubicBezTo>
                    <a:pt x="20700" y="5332"/>
                    <a:pt x="16268" y="900"/>
                    <a:pt x="10800" y="900"/>
                  </a:cubicBezTo>
                  <a:cubicBezTo>
                    <a:pt x="5333" y="900"/>
                    <a:pt x="900" y="5332"/>
                    <a:pt x="900" y="10800"/>
                  </a:cubicBezTo>
                  <a:cubicBezTo>
                    <a:pt x="900" y="16267"/>
                    <a:pt x="5333" y="20700"/>
                    <a:pt x="10800" y="20700"/>
                  </a:cubicBezTo>
                  <a:close/>
                  <a:moveTo>
                    <a:pt x="10800" y="21600"/>
                  </a:move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endPara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3" name="Google Shape;823;p65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65"/>
          <p:cNvSpPr txBox="1">
            <a:spLocks noGrp="1"/>
          </p:cNvSpPr>
          <p:nvPr>
            <p:ph type="sldNum" idx="12"/>
          </p:nvPr>
        </p:nvSpPr>
        <p:spPr>
          <a:xfrm>
            <a:off x="11631233" y="6333133"/>
            <a:ext cx="509600" cy="3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825" name="Google Shape;825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9251" y="6451376"/>
            <a:ext cx="190287" cy="132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6067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_Q&amp;A">
  <p:cSld name="Thank You_Q&amp;A">
    <p:bg>
      <p:bgPr>
        <a:solidFill>
          <a:schemeClr val="dk1"/>
        </a:solidFill>
        <a:effectLst/>
      </p:bgPr>
    </p:bg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66"/>
          <p:cNvSpPr txBox="1">
            <a:spLocks noGrp="1"/>
          </p:cNvSpPr>
          <p:nvPr>
            <p:ph type="subTitle" idx="1"/>
          </p:nvPr>
        </p:nvSpPr>
        <p:spPr>
          <a:xfrm>
            <a:off x="1828800" y="2825765"/>
            <a:ext cx="8534400" cy="1097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4400"/>
              <a:buFont typeface="Montserrat Thin"/>
              <a:buNone/>
              <a:defRPr sz="5867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Thin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Montserrat Thin"/>
              <a:buChar char="‒"/>
              <a:defRPr>
                <a:latin typeface="Montserrat Medium"/>
                <a:ea typeface="Montserrat Medium"/>
                <a:cs typeface="Montserrat Medium"/>
                <a:sym typeface="Montserrat Thin"/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Montserrat Thin"/>
              <a:buChar char="•"/>
              <a:defRPr>
                <a:latin typeface="Montserrat Medium"/>
                <a:ea typeface="Montserrat Medium"/>
                <a:cs typeface="Montserrat Medium"/>
                <a:sym typeface="Montserrat Thin"/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Montserrat Thin"/>
              <a:buChar char="–"/>
              <a:defRPr>
                <a:latin typeface="Montserrat Medium"/>
                <a:ea typeface="Montserrat Medium"/>
                <a:cs typeface="Montserrat Medium"/>
                <a:sym typeface="Montserrat Thin"/>
              </a:defRPr>
            </a:lvl4pPr>
            <a:lvl5pPr lvl="4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Font typeface="Montserrat Thin"/>
              <a:buChar char="»"/>
              <a:defRPr>
                <a:latin typeface="Montserrat Medium"/>
                <a:ea typeface="Montserrat Medium"/>
                <a:cs typeface="Montserrat Medium"/>
                <a:sym typeface="Montserrat Thin"/>
              </a:defRPr>
            </a:lvl5pPr>
            <a:lvl6pPr lvl="5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Thin"/>
              <a:buChar char="•"/>
              <a:defRPr>
                <a:latin typeface="Montserrat Medium"/>
                <a:ea typeface="Montserrat Medium"/>
                <a:cs typeface="Montserrat Medium"/>
                <a:sym typeface="Montserrat Thin"/>
              </a:defRPr>
            </a:lvl6pPr>
            <a:lvl7pPr lvl="6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Thin"/>
              <a:buChar char="•"/>
              <a:defRPr>
                <a:latin typeface="Montserrat Medium"/>
                <a:ea typeface="Montserrat Medium"/>
                <a:cs typeface="Montserrat Medium"/>
                <a:sym typeface="Montserrat Thin"/>
              </a:defRPr>
            </a:lvl7pPr>
            <a:lvl8pPr lvl="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Thin"/>
              <a:buChar char="•"/>
              <a:defRPr>
                <a:latin typeface="Montserrat Medium"/>
                <a:ea typeface="Montserrat Medium"/>
                <a:cs typeface="Montserrat Medium"/>
                <a:sym typeface="Montserrat Thin"/>
              </a:defRPr>
            </a:lvl8pPr>
            <a:lvl9pPr lvl="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Thin"/>
              <a:buChar char="•"/>
              <a:defRPr>
                <a:latin typeface="Montserrat Medium"/>
                <a:ea typeface="Montserrat Medium"/>
                <a:cs typeface="Montserrat Medium"/>
                <a:sym typeface="Montserrat Thin"/>
              </a:defRPr>
            </a:lvl9pPr>
          </a:lstStyle>
          <a:p>
            <a:endParaRPr/>
          </a:p>
        </p:txBody>
      </p:sp>
      <p:sp>
        <p:nvSpPr>
          <p:cNvPr id="828" name="Google Shape;828;p66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66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830" name="Google Shape;830;p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1143" y="2108716"/>
            <a:ext cx="2058500" cy="6060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1187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68"/>
          <p:cNvSpPr txBox="1">
            <a:spLocks noGrp="1"/>
          </p:cNvSpPr>
          <p:nvPr>
            <p:ph type="body" idx="1"/>
          </p:nvPr>
        </p:nvSpPr>
        <p:spPr>
          <a:xfrm>
            <a:off x="537633" y="1645108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70" lvl="0" indent="-423312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67"/>
            </a:lvl1pPr>
            <a:lvl2pPr marL="1219140" lvl="1" indent="-42331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‒"/>
              <a:defRPr sz="1467"/>
            </a:lvl2pPr>
            <a:lvl3pPr marL="1828709" lvl="2" indent="-42331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67"/>
            </a:lvl3pPr>
            <a:lvl4pPr marL="2438278" lvl="3" indent="-42331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67"/>
            </a:lvl4pPr>
            <a:lvl5pPr marL="3047848" lvl="4" indent="-42331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67"/>
            </a:lvl5pPr>
            <a:lvl6pPr marL="3657418" lvl="5" indent="-42331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67"/>
            </a:lvl6pPr>
            <a:lvl7pPr marL="4266987" lvl="6" indent="-42331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67"/>
            </a:lvl7pPr>
            <a:lvl8pPr marL="4876557" lvl="7" indent="-42331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67"/>
            </a:lvl8pPr>
            <a:lvl9pPr marL="5486126" lvl="8" indent="-42331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67"/>
            </a:lvl9pPr>
          </a:lstStyle>
          <a:p>
            <a:endParaRPr/>
          </a:p>
        </p:txBody>
      </p:sp>
      <p:sp>
        <p:nvSpPr>
          <p:cNvPr id="842" name="Google Shape;842;p68"/>
          <p:cNvSpPr txBox="1">
            <a:spLocks noGrp="1"/>
          </p:cNvSpPr>
          <p:nvPr>
            <p:ph type="ftr" idx="11"/>
          </p:nvPr>
        </p:nvSpPr>
        <p:spPr>
          <a:xfrm>
            <a:off x="526767" y="6300533"/>
            <a:ext cx="3744400" cy="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9C9C9C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843" name="Google Shape;843;p68"/>
          <p:cNvSpPr/>
          <p:nvPr/>
        </p:nvSpPr>
        <p:spPr>
          <a:xfrm rot="-5400000">
            <a:off x="6013900" y="706500"/>
            <a:ext cx="154400" cy="12204800"/>
          </a:xfrm>
          <a:prstGeom prst="rect">
            <a:avLst/>
          </a:prstGeom>
          <a:gradFill>
            <a:gsLst>
              <a:gs pos="0">
                <a:srgbClr val="131313"/>
              </a:gs>
              <a:gs pos="100000">
                <a:srgbClr val="391699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68"/>
          <p:cNvSpPr txBox="1">
            <a:spLocks noGrp="1"/>
          </p:cNvSpPr>
          <p:nvPr>
            <p:ph type="sldNum" idx="12"/>
          </p:nvPr>
        </p:nvSpPr>
        <p:spPr>
          <a:xfrm>
            <a:off x="11631400" y="6333133"/>
            <a:ext cx="562000" cy="3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9C9C9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845" name="Google Shape;845;p68"/>
          <p:cNvSpPr txBox="1">
            <a:spLocks noGrp="1"/>
          </p:cNvSpPr>
          <p:nvPr>
            <p:ph type="title"/>
          </p:nvPr>
        </p:nvSpPr>
        <p:spPr>
          <a:xfrm>
            <a:off x="538200" y="538633"/>
            <a:ext cx="11095200" cy="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3733" i="0" u="none" strike="noStrike" cap="none">
                <a:solidFill>
                  <a:schemeClr val="accent6"/>
                </a:solidFill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2400" i="0" u="none" strike="noStrike" cap="none">
                <a:solidFill>
                  <a:srgbClr val="000000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2400" i="0" u="none" strike="noStrike" cap="none">
                <a:solidFill>
                  <a:srgbClr val="000000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2400" i="0" u="none" strike="noStrike" cap="none">
                <a:solidFill>
                  <a:srgbClr val="000000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2400" i="0" u="none" strike="noStrike" cap="none">
                <a:solidFill>
                  <a:srgbClr val="000000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2400" i="0" u="none" strike="noStrike" cap="none">
                <a:solidFill>
                  <a:srgbClr val="000000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2400" i="0" u="none" strike="noStrike" cap="none">
                <a:solidFill>
                  <a:srgbClr val="000000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2400" i="0" u="none" strike="noStrike" cap="none">
                <a:solidFill>
                  <a:srgbClr val="000000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24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2589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1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8200" y="538633"/>
            <a:ext cx="11095200" cy="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Montserrat ExtraLight"/>
              <a:buNone/>
              <a:defRPr sz="2800" b="0" i="0" u="none" strike="noStrike" cap="none">
                <a:solidFill>
                  <a:schemeClr val="accent6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ExtraLight"/>
              <a:buNone/>
              <a:defRPr sz="1800" b="0" i="0" u="none" strike="noStrike" cap="none">
                <a:solidFill>
                  <a:srgbClr val="000000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ExtraLight"/>
              <a:buNone/>
              <a:defRPr sz="1800" b="0" i="0" u="none" strike="noStrike" cap="none">
                <a:solidFill>
                  <a:srgbClr val="000000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ExtraLight"/>
              <a:buNone/>
              <a:defRPr sz="1800" b="0" i="0" u="none" strike="noStrike" cap="none">
                <a:solidFill>
                  <a:srgbClr val="000000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ExtraLight"/>
              <a:buNone/>
              <a:defRPr sz="1800" b="0" i="0" u="none" strike="noStrike" cap="none">
                <a:solidFill>
                  <a:srgbClr val="000000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ExtraLight"/>
              <a:buNone/>
              <a:defRPr sz="1800" b="0" i="0" u="none" strike="noStrike" cap="none">
                <a:solidFill>
                  <a:srgbClr val="000000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ExtraLight"/>
              <a:buNone/>
              <a:defRPr sz="1800" b="0" i="0" u="none" strike="noStrike" cap="none">
                <a:solidFill>
                  <a:srgbClr val="000000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ExtraLight"/>
              <a:buNone/>
              <a:defRPr sz="1800" b="0" i="0" u="none" strike="noStrike" cap="none">
                <a:solidFill>
                  <a:srgbClr val="000000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ExtraLight"/>
              <a:buNone/>
              <a:defRPr sz="1800" b="0" i="0" u="none" strike="noStrike" cap="none">
                <a:solidFill>
                  <a:srgbClr val="000000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36200" y="1660467"/>
            <a:ext cx="11095200" cy="45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"/>
              <a:buChar char="‒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Montserrat"/>
              <a:buChar char="•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D87A1"/>
              </a:buClr>
              <a:buSzPts val="1200"/>
              <a:buFont typeface="Montserrat"/>
              <a:buChar char="–"/>
              <a:defRPr sz="1200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5D87A1"/>
              </a:buClr>
              <a:buSzPts val="1000"/>
              <a:buFont typeface="Montserrat"/>
              <a:buChar char="»"/>
              <a:defRPr sz="1000" b="0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•"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794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794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794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•"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ftr" idx="11"/>
          </p:nvPr>
        </p:nvSpPr>
        <p:spPr>
          <a:xfrm>
            <a:off x="538200" y="6300533"/>
            <a:ext cx="3377200" cy="3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ontserrat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ontserrat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ontserrat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ontserrat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ontserrat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ontserrat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ontserrat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ontserrat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ontserrat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11631400" y="6333133"/>
            <a:ext cx="560800" cy="2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59">
            <a:alphaModFix/>
          </a:blip>
          <a:srcRect/>
          <a:stretch/>
        </p:blipFill>
        <p:spPr>
          <a:xfrm>
            <a:off x="249251" y="6451376"/>
            <a:ext cx="190287" cy="132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075051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4">
          <p15:clr>
            <a:srgbClr val="F26B43"/>
          </p15:clr>
        </p15:guide>
        <p15:guide id="2" pos="2764">
          <p15:clr>
            <a:srgbClr val="F26B43"/>
          </p15:clr>
        </p15:guide>
        <p15:guide id="3" pos="2996">
          <p15:clr>
            <a:srgbClr val="EA4335"/>
          </p15:clr>
        </p15:guide>
        <p15:guide id="4" pos="1850">
          <p15:clr>
            <a:srgbClr val="EA4335"/>
          </p15:clr>
        </p15:guide>
        <p15:guide id="5" pos="2066">
          <p15:clr>
            <a:srgbClr val="EA4335"/>
          </p15:clr>
        </p15:guide>
        <p15:guide id="6" pos="254">
          <p15:clr>
            <a:srgbClr val="EA4335"/>
          </p15:clr>
        </p15:guide>
        <p15:guide id="7" pos="5495">
          <p15:clr>
            <a:srgbClr val="EA4335"/>
          </p15:clr>
        </p15:guide>
        <p15:guide id="8" pos="3694">
          <p15:clr>
            <a:srgbClr val="EA4335"/>
          </p15:clr>
        </p15:guide>
        <p15:guide id="9" pos="3910">
          <p15:clr>
            <a:srgbClr val="EA4335"/>
          </p15:clr>
        </p15:guide>
        <p15:guide id="10" orient="horz" pos="2977">
          <p15:clr>
            <a:srgbClr val="EA4335"/>
          </p15:clr>
        </p15:guide>
        <p15:guide id="11" orient="horz" pos="648">
          <p15:clr>
            <a:srgbClr val="EA4335"/>
          </p15:clr>
        </p15:guide>
        <p15:guide id="12" orient="horz" pos="784">
          <p15:clr>
            <a:srgbClr val="EA4335"/>
          </p15:clr>
        </p15:guide>
        <p15:guide id="13" orient="horz" pos="1812">
          <p15:clr>
            <a:srgbClr val="EA4335"/>
          </p15:clr>
        </p15:guide>
        <p15:guide id="14" orient="horz" pos="1969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5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5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5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>
            <a:extLst>
              <a:ext uri="{FF2B5EF4-FFF2-40B4-BE49-F238E27FC236}">
                <a16:creationId xmlns:a16="http://schemas.microsoft.com/office/drawing/2014/main" id="{4507A87A-21BA-2330-AB27-82B41C81CBC9}"/>
              </a:ext>
            </a:extLst>
          </p:cNvPr>
          <p:cNvSpPr/>
          <p:nvPr/>
        </p:nvSpPr>
        <p:spPr>
          <a:xfrm>
            <a:off x="879431" y="6027962"/>
            <a:ext cx="10670109" cy="36094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Hypervisor</a:t>
            </a:r>
          </a:p>
        </p:txBody>
      </p:sp>
      <p:sp>
        <p:nvSpPr>
          <p:cNvPr id="81" name="Google Shape;2350;p4">
            <a:extLst>
              <a:ext uri="{FF2B5EF4-FFF2-40B4-BE49-F238E27FC236}">
                <a16:creationId xmlns:a16="http://schemas.microsoft.com/office/drawing/2014/main" id="{F4AF0936-9384-E13B-AF6E-832D4B3AE140}"/>
              </a:ext>
            </a:extLst>
          </p:cNvPr>
          <p:cNvSpPr/>
          <p:nvPr/>
        </p:nvSpPr>
        <p:spPr>
          <a:xfrm>
            <a:off x="889686" y="6046622"/>
            <a:ext cx="2514600" cy="320040"/>
          </a:xfrm>
          <a:prstGeom prst="roundRect">
            <a:avLst>
              <a:gd name="adj" fmla="val 9873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ESXi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24FEEFE-8502-688A-EB88-2C2A7C4861F2}"/>
              </a:ext>
            </a:extLst>
          </p:cNvPr>
          <p:cNvSpPr/>
          <p:nvPr/>
        </p:nvSpPr>
        <p:spPr>
          <a:xfrm>
            <a:off x="879432" y="5624813"/>
            <a:ext cx="10670108" cy="36094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Storage Operating System</a:t>
            </a:r>
          </a:p>
        </p:txBody>
      </p:sp>
      <p:sp>
        <p:nvSpPr>
          <p:cNvPr id="83" name="Google Shape;2350;p4">
            <a:extLst>
              <a:ext uri="{FF2B5EF4-FFF2-40B4-BE49-F238E27FC236}">
                <a16:creationId xmlns:a16="http://schemas.microsoft.com/office/drawing/2014/main" id="{D1EA6F74-9997-0E4C-6395-F61A427378D4}"/>
              </a:ext>
            </a:extLst>
          </p:cNvPr>
          <p:cNvSpPr/>
          <p:nvPr/>
        </p:nvSpPr>
        <p:spPr>
          <a:xfrm>
            <a:off x="898075" y="5643474"/>
            <a:ext cx="2514600" cy="320040"/>
          </a:xfrm>
          <a:prstGeom prst="roundRect">
            <a:avLst>
              <a:gd name="adj" fmla="val 9873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vSAN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9FE6DAF-5BDE-B9C0-699C-5E8849EB71A3}"/>
              </a:ext>
            </a:extLst>
          </p:cNvPr>
          <p:cNvSpPr/>
          <p:nvPr/>
        </p:nvSpPr>
        <p:spPr>
          <a:xfrm>
            <a:off x="879432" y="5222350"/>
            <a:ext cx="10670108" cy="36568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Kubernetes</a:t>
            </a:r>
          </a:p>
        </p:txBody>
      </p:sp>
      <p:sp>
        <p:nvSpPr>
          <p:cNvPr id="85" name="Google Shape;2350;p4">
            <a:extLst>
              <a:ext uri="{FF2B5EF4-FFF2-40B4-BE49-F238E27FC236}">
                <a16:creationId xmlns:a16="http://schemas.microsoft.com/office/drawing/2014/main" id="{4BC48E97-5219-A392-969D-6BB1793BF303}"/>
              </a:ext>
            </a:extLst>
          </p:cNvPr>
          <p:cNvSpPr/>
          <p:nvPr/>
        </p:nvSpPr>
        <p:spPr>
          <a:xfrm>
            <a:off x="889686" y="5254842"/>
            <a:ext cx="2514600" cy="320040"/>
          </a:xfrm>
          <a:prstGeom prst="roundRect">
            <a:avLst>
              <a:gd name="adj" fmla="val 9873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Tanzu Kubernetes Grid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2C5797C-AC52-6CD8-A762-29ADD8DFE8F6}"/>
              </a:ext>
            </a:extLst>
          </p:cNvPr>
          <p:cNvSpPr/>
          <p:nvPr/>
        </p:nvSpPr>
        <p:spPr>
          <a:xfrm>
            <a:off x="879432" y="4815137"/>
            <a:ext cx="10670108" cy="38342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Advanced Replication and DR</a:t>
            </a:r>
          </a:p>
        </p:txBody>
      </p:sp>
      <p:sp>
        <p:nvSpPr>
          <p:cNvPr id="87" name="Google Shape;2350;p4">
            <a:extLst>
              <a:ext uri="{FF2B5EF4-FFF2-40B4-BE49-F238E27FC236}">
                <a16:creationId xmlns:a16="http://schemas.microsoft.com/office/drawing/2014/main" id="{6ED584E4-B0C4-D93E-2D74-DC041AF62E1C}"/>
              </a:ext>
            </a:extLst>
          </p:cNvPr>
          <p:cNvSpPr/>
          <p:nvPr/>
        </p:nvSpPr>
        <p:spPr>
          <a:xfrm>
            <a:off x="889686" y="4833033"/>
            <a:ext cx="2514600" cy="320040"/>
          </a:xfrm>
          <a:prstGeom prst="roundRect">
            <a:avLst>
              <a:gd name="adj" fmla="val 9873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Site Recovery Manager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2B2F1AE-254B-2B52-C995-9B98CBCFE659}"/>
              </a:ext>
            </a:extLst>
          </p:cNvPr>
          <p:cNvSpPr/>
          <p:nvPr/>
        </p:nvSpPr>
        <p:spPr>
          <a:xfrm>
            <a:off x="884583" y="4384422"/>
            <a:ext cx="10670108" cy="40054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Microsegmentation / Network Overlay</a:t>
            </a:r>
          </a:p>
        </p:txBody>
      </p:sp>
      <p:sp>
        <p:nvSpPr>
          <p:cNvPr id="89" name="Google Shape;2350;p4">
            <a:extLst>
              <a:ext uri="{FF2B5EF4-FFF2-40B4-BE49-F238E27FC236}">
                <a16:creationId xmlns:a16="http://schemas.microsoft.com/office/drawing/2014/main" id="{2B733130-40A9-86C6-0D9F-5D74CBCD055A}"/>
              </a:ext>
            </a:extLst>
          </p:cNvPr>
          <p:cNvSpPr/>
          <p:nvPr/>
        </p:nvSpPr>
        <p:spPr>
          <a:xfrm>
            <a:off x="888831" y="4421378"/>
            <a:ext cx="2514600" cy="320040"/>
          </a:xfrm>
          <a:prstGeom prst="roundRect">
            <a:avLst>
              <a:gd name="adj" fmla="val 5054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NSX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01E7CD6-FEED-F4FF-3E53-A54BB1589C8E}"/>
              </a:ext>
            </a:extLst>
          </p:cNvPr>
          <p:cNvSpPr/>
          <p:nvPr/>
        </p:nvSpPr>
        <p:spPr>
          <a:xfrm>
            <a:off x="884583" y="3981685"/>
            <a:ext cx="10670108" cy="36596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Storage Services</a:t>
            </a:r>
          </a:p>
        </p:txBody>
      </p:sp>
      <p:sp>
        <p:nvSpPr>
          <p:cNvPr id="91" name="Google Shape;2350;p4">
            <a:extLst>
              <a:ext uri="{FF2B5EF4-FFF2-40B4-BE49-F238E27FC236}">
                <a16:creationId xmlns:a16="http://schemas.microsoft.com/office/drawing/2014/main" id="{E7D4F630-F5DE-B568-0FB7-B97AEAD758B2}"/>
              </a:ext>
            </a:extLst>
          </p:cNvPr>
          <p:cNvSpPr/>
          <p:nvPr/>
        </p:nvSpPr>
        <p:spPr>
          <a:xfrm>
            <a:off x="888831" y="4008913"/>
            <a:ext cx="2514600" cy="320040"/>
          </a:xfrm>
          <a:prstGeom prst="roundRect">
            <a:avLst>
              <a:gd name="adj" fmla="val 9873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vSAN File Services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FFF20E4-32EA-B0B2-28DF-1AED4EEE7C14}"/>
              </a:ext>
            </a:extLst>
          </p:cNvPr>
          <p:cNvSpPr/>
          <p:nvPr/>
        </p:nvSpPr>
        <p:spPr>
          <a:xfrm>
            <a:off x="884583" y="3578539"/>
            <a:ext cx="10670108" cy="35709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Data Analytics</a:t>
            </a:r>
          </a:p>
        </p:txBody>
      </p:sp>
      <p:sp>
        <p:nvSpPr>
          <p:cNvPr id="93" name="Google Shape;2350;p4">
            <a:extLst>
              <a:ext uri="{FF2B5EF4-FFF2-40B4-BE49-F238E27FC236}">
                <a16:creationId xmlns:a16="http://schemas.microsoft.com/office/drawing/2014/main" id="{377965A1-A995-AF41-A1B6-58EDAF90155E}"/>
              </a:ext>
            </a:extLst>
          </p:cNvPr>
          <p:cNvSpPr/>
          <p:nvPr/>
        </p:nvSpPr>
        <p:spPr>
          <a:xfrm>
            <a:off x="886448" y="3605766"/>
            <a:ext cx="2514600" cy="320040"/>
          </a:xfrm>
          <a:prstGeom prst="roundRect">
            <a:avLst>
              <a:gd name="adj" fmla="val 9873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Aria Insights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75D28D0-9798-2F18-3F9A-E9E567491FAA}"/>
              </a:ext>
            </a:extLst>
          </p:cNvPr>
          <p:cNvSpPr/>
          <p:nvPr/>
        </p:nvSpPr>
        <p:spPr>
          <a:xfrm>
            <a:off x="884583" y="3176520"/>
            <a:ext cx="10670108" cy="36125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Advanced Intelligent Operations </a:t>
            </a:r>
          </a:p>
        </p:txBody>
      </p:sp>
      <p:sp>
        <p:nvSpPr>
          <p:cNvPr id="95" name="Google Shape;2350;p4">
            <a:extLst>
              <a:ext uri="{FF2B5EF4-FFF2-40B4-BE49-F238E27FC236}">
                <a16:creationId xmlns:a16="http://schemas.microsoft.com/office/drawing/2014/main" id="{D32B789C-3797-7D0F-FCB7-9069F5C7051B}"/>
              </a:ext>
            </a:extLst>
          </p:cNvPr>
          <p:cNvSpPr/>
          <p:nvPr/>
        </p:nvSpPr>
        <p:spPr>
          <a:xfrm>
            <a:off x="886448" y="3203747"/>
            <a:ext cx="2514600" cy="320040"/>
          </a:xfrm>
          <a:prstGeom prst="roundRect">
            <a:avLst>
              <a:gd name="adj" fmla="val 9873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Aria Operations (vROPS)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B375910-C9E6-4F90-CDB6-D1E27310BB51}"/>
              </a:ext>
            </a:extLst>
          </p:cNvPr>
          <p:cNvSpPr/>
          <p:nvPr/>
        </p:nvSpPr>
        <p:spPr>
          <a:xfrm>
            <a:off x="884583" y="2773372"/>
            <a:ext cx="10670108" cy="34415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Application Automation / Orchestration / Self Service</a:t>
            </a:r>
          </a:p>
        </p:txBody>
      </p:sp>
      <p:sp>
        <p:nvSpPr>
          <p:cNvPr id="97" name="Google Shape;2350;p4">
            <a:extLst>
              <a:ext uri="{FF2B5EF4-FFF2-40B4-BE49-F238E27FC236}">
                <a16:creationId xmlns:a16="http://schemas.microsoft.com/office/drawing/2014/main" id="{DE068F82-A2B6-FAEC-2E8D-AEBD80DBEA4E}"/>
              </a:ext>
            </a:extLst>
          </p:cNvPr>
          <p:cNvSpPr/>
          <p:nvPr/>
        </p:nvSpPr>
        <p:spPr>
          <a:xfrm>
            <a:off x="886448" y="2800600"/>
            <a:ext cx="2514600" cy="320040"/>
          </a:xfrm>
          <a:prstGeom prst="roundRect">
            <a:avLst>
              <a:gd name="adj" fmla="val 9873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Aria Automation (vRA)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77D9CC36-2EB8-9786-045F-02F31FFE5161}"/>
              </a:ext>
            </a:extLst>
          </p:cNvPr>
          <p:cNvSpPr/>
          <p:nvPr/>
        </p:nvSpPr>
        <p:spPr>
          <a:xfrm>
            <a:off x="884583" y="2375410"/>
            <a:ext cx="10670108" cy="35245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Cost / Governance</a:t>
            </a:r>
          </a:p>
        </p:txBody>
      </p:sp>
      <p:sp>
        <p:nvSpPr>
          <p:cNvPr id="99" name="Google Shape;2350;p4">
            <a:extLst>
              <a:ext uri="{FF2B5EF4-FFF2-40B4-BE49-F238E27FC236}">
                <a16:creationId xmlns:a16="http://schemas.microsoft.com/office/drawing/2014/main" id="{59C3FB59-1706-943D-7FD2-E59A4918EFCA}"/>
              </a:ext>
            </a:extLst>
          </p:cNvPr>
          <p:cNvSpPr/>
          <p:nvPr/>
        </p:nvSpPr>
        <p:spPr>
          <a:xfrm>
            <a:off x="886448" y="2402637"/>
            <a:ext cx="2514600" cy="320040"/>
          </a:xfrm>
          <a:prstGeom prst="roundRect">
            <a:avLst>
              <a:gd name="adj" fmla="val 9873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Aria Cost by CloudHealth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5E4AFF4-48F3-EFFE-5F82-34B38C178D80}"/>
              </a:ext>
            </a:extLst>
          </p:cNvPr>
          <p:cNvSpPr/>
          <p:nvPr/>
        </p:nvSpPr>
        <p:spPr>
          <a:xfrm>
            <a:off x="884583" y="1972262"/>
            <a:ext cx="10670108" cy="33824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App Mobility / Migration</a:t>
            </a:r>
          </a:p>
        </p:txBody>
      </p:sp>
      <p:sp>
        <p:nvSpPr>
          <p:cNvPr id="101" name="Google Shape;2350;p4">
            <a:extLst>
              <a:ext uri="{FF2B5EF4-FFF2-40B4-BE49-F238E27FC236}">
                <a16:creationId xmlns:a16="http://schemas.microsoft.com/office/drawing/2014/main" id="{CFDDBAAC-6904-94C2-1A79-8C2A60B67421}"/>
              </a:ext>
            </a:extLst>
          </p:cNvPr>
          <p:cNvSpPr/>
          <p:nvPr/>
        </p:nvSpPr>
        <p:spPr>
          <a:xfrm>
            <a:off x="886448" y="1980828"/>
            <a:ext cx="2514600" cy="320040"/>
          </a:xfrm>
          <a:prstGeom prst="roundRect">
            <a:avLst>
              <a:gd name="adj" fmla="val 9873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Aria Migration / HCX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85C7BC2-5413-AB8C-0CBC-F2E3D812C01F}"/>
              </a:ext>
            </a:extLst>
          </p:cNvPr>
          <p:cNvSpPr/>
          <p:nvPr/>
        </p:nvSpPr>
        <p:spPr>
          <a:xfrm>
            <a:off x="884583" y="1577718"/>
            <a:ext cx="10670108" cy="34903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Database Services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97DECF8-49A3-27D9-074B-DFDE07B33422}"/>
              </a:ext>
            </a:extLst>
          </p:cNvPr>
          <p:cNvSpPr/>
          <p:nvPr/>
        </p:nvSpPr>
        <p:spPr>
          <a:xfrm>
            <a:off x="884583" y="780858"/>
            <a:ext cx="10670108" cy="36764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Hybrid Cloud</a:t>
            </a:r>
          </a:p>
        </p:txBody>
      </p:sp>
      <p:sp>
        <p:nvSpPr>
          <p:cNvPr id="104" name="Google Shape;2350;p4">
            <a:extLst>
              <a:ext uri="{FF2B5EF4-FFF2-40B4-BE49-F238E27FC236}">
                <a16:creationId xmlns:a16="http://schemas.microsoft.com/office/drawing/2014/main" id="{E7195E65-CA40-4893-20C8-DBF207878586}"/>
              </a:ext>
            </a:extLst>
          </p:cNvPr>
          <p:cNvSpPr/>
          <p:nvPr/>
        </p:nvSpPr>
        <p:spPr>
          <a:xfrm>
            <a:off x="885446" y="823345"/>
            <a:ext cx="2514600" cy="320040"/>
          </a:xfrm>
          <a:prstGeom prst="roundRect">
            <a:avLst>
              <a:gd name="adj" fmla="val 9873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VMC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109" name="Google Shape;2395;p5">
            <a:extLst>
              <a:ext uri="{FF2B5EF4-FFF2-40B4-BE49-F238E27FC236}">
                <a16:creationId xmlns:a16="http://schemas.microsoft.com/office/drawing/2014/main" id="{82C428BC-FDDE-BDD2-2E94-BCA8FE751A9A}"/>
              </a:ext>
            </a:extLst>
          </p:cNvPr>
          <p:cNvSpPr/>
          <p:nvPr/>
        </p:nvSpPr>
        <p:spPr>
          <a:xfrm>
            <a:off x="9011125" y="5647032"/>
            <a:ext cx="2514600" cy="320040"/>
          </a:xfrm>
          <a:prstGeom prst="roundRect">
            <a:avLst>
              <a:gd name="adj" fmla="val 3272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121750" tIns="60875" rIns="121750" bIns="608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E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AOS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110" name="Google Shape;2400;p5">
            <a:extLst>
              <a:ext uri="{FF2B5EF4-FFF2-40B4-BE49-F238E27FC236}">
                <a16:creationId xmlns:a16="http://schemas.microsoft.com/office/drawing/2014/main" id="{D9882E8C-14C8-F18F-7597-16C6C5357980}"/>
              </a:ext>
            </a:extLst>
          </p:cNvPr>
          <p:cNvSpPr/>
          <p:nvPr/>
        </p:nvSpPr>
        <p:spPr>
          <a:xfrm>
            <a:off x="9016370" y="6058203"/>
            <a:ext cx="2514600" cy="320040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121750" tIns="60875" rIns="121750" bIns="608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E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AHV / ESXi / Hyper-V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117" name="Google Shape;2350;p4">
            <a:extLst>
              <a:ext uri="{FF2B5EF4-FFF2-40B4-BE49-F238E27FC236}">
                <a16:creationId xmlns:a16="http://schemas.microsoft.com/office/drawing/2014/main" id="{E7241663-3549-6907-1A7F-61D8D1B8E45E}"/>
              </a:ext>
            </a:extLst>
          </p:cNvPr>
          <p:cNvSpPr/>
          <p:nvPr/>
        </p:nvSpPr>
        <p:spPr>
          <a:xfrm>
            <a:off x="886449" y="1585578"/>
            <a:ext cx="2514600" cy="320040"/>
          </a:xfrm>
          <a:prstGeom prst="roundRect">
            <a:avLst>
              <a:gd name="adj" fmla="val 9873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Data Services Manager</a:t>
            </a:r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FF220E37-C476-04B8-CC3A-E740707BC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363" y="406765"/>
            <a:ext cx="1589073" cy="259021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25D2F77E-D67D-FF27-D4EB-0D7FAEAE0DF9}"/>
              </a:ext>
            </a:extLst>
          </p:cNvPr>
          <p:cNvSpPr txBox="1"/>
          <p:nvPr/>
        </p:nvSpPr>
        <p:spPr>
          <a:xfrm>
            <a:off x="3047198" y="336221"/>
            <a:ext cx="60976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Platform Capabilities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8220A6F4-6CDD-C861-3579-DBB2AB182935}"/>
              </a:ext>
            </a:extLst>
          </p:cNvPr>
          <p:cNvSpPr/>
          <p:nvPr/>
        </p:nvSpPr>
        <p:spPr>
          <a:xfrm>
            <a:off x="879431" y="1194020"/>
            <a:ext cx="10670108" cy="33040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End User Computing / Desktop Virtualization</a:t>
            </a:r>
          </a:p>
        </p:txBody>
      </p:sp>
      <p:sp>
        <p:nvSpPr>
          <p:cNvPr id="124" name="Google Shape;2350;p4">
            <a:extLst>
              <a:ext uri="{FF2B5EF4-FFF2-40B4-BE49-F238E27FC236}">
                <a16:creationId xmlns:a16="http://schemas.microsoft.com/office/drawing/2014/main" id="{8A397EE3-4FA0-B606-D7E8-EC85C1CB8788}"/>
              </a:ext>
            </a:extLst>
          </p:cNvPr>
          <p:cNvSpPr/>
          <p:nvPr/>
        </p:nvSpPr>
        <p:spPr>
          <a:xfrm>
            <a:off x="889686" y="1201879"/>
            <a:ext cx="2514600" cy="320040"/>
          </a:xfrm>
          <a:prstGeom prst="roundRect">
            <a:avLst>
              <a:gd name="adj" fmla="val 9873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Horizon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D45019-AB04-E33B-FDD4-D5E7EED31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740" y="217762"/>
            <a:ext cx="2349621" cy="43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692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>
            <a:extLst>
              <a:ext uri="{FF2B5EF4-FFF2-40B4-BE49-F238E27FC236}">
                <a16:creationId xmlns:a16="http://schemas.microsoft.com/office/drawing/2014/main" id="{4507A87A-21BA-2330-AB27-82B41C81CBC9}"/>
              </a:ext>
            </a:extLst>
          </p:cNvPr>
          <p:cNvSpPr/>
          <p:nvPr/>
        </p:nvSpPr>
        <p:spPr>
          <a:xfrm>
            <a:off x="879431" y="6027962"/>
            <a:ext cx="10670109" cy="36094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Hypervisor</a:t>
            </a:r>
          </a:p>
        </p:txBody>
      </p:sp>
      <p:sp>
        <p:nvSpPr>
          <p:cNvPr id="81" name="Google Shape;2350;p4">
            <a:extLst>
              <a:ext uri="{FF2B5EF4-FFF2-40B4-BE49-F238E27FC236}">
                <a16:creationId xmlns:a16="http://schemas.microsoft.com/office/drawing/2014/main" id="{F4AF0936-9384-E13B-AF6E-832D4B3AE140}"/>
              </a:ext>
            </a:extLst>
          </p:cNvPr>
          <p:cNvSpPr/>
          <p:nvPr/>
        </p:nvSpPr>
        <p:spPr>
          <a:xfrm>
            <a:off x="889686" y="6046622"/>
            <a:ext cx="2514600" cy="320040"/>
          </a:xfrm>
          <a:prstGeom prst="roundRect">
            <a:avLst>
              <a:gd name="adj" fmla="val 9873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ESXi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24FEEFE-8502-688A-EB88-2C2A7C4861F2}"/>
              </a:ext>
            </a:extLst>
          </p:cNvPr>
          <p:cNvSpPr/>
          <p:nvPr/>
        </p:nvSpPr>
        <p:spPr>
          <a:xfrm>
            <a:off x="879432" y="5624813"/>
            <a:ext cx="10670108" cy="36094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Storage Operating System</a:t>
            </a:r>
          </a:p>
        </p:txBody>
      </p:sp>
      <p:sp>
        <p:nvSpPr>
          <p:cNvPr id="83" name="Google Shape;2350;p4">
            <a:extLst>
              <a:ext uri="{FF2B5EF4-FFF2-40B4-BE49-F238E27FC236}">
                <a16:creationId xmlns:a16="http://schemas.microsoft.com/office/drawing/2014/main" id="{D1EA6F74-9997-0E4C-6395-F61A427378D4}"/>
              </a:ext>
            </a:extLst>
          </p:cNvPr>
          <p:cNvSpPr/>
          <p:nvPr/>
        </p:nvSpPr>
        <p:spPr>
          <a:xfrm>
            <a:off x="898075" y="5643474"/>
            <a:ext cx="2514600" cy="320040"/>
          </a:xfrm>
          <a:prstGeom prst="roundRect">
            <a:avLst>
              <a:gd name="adj" fmla="val 9873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vSAN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9FE6DAF-5BDE-B9C0-699C-5E8849EB71A3}"/>
              </a:ext>
            </a:extLst>
          </p:cNvPr>
          <p:cNvSpPr/>
          <p:nvPr/>
        </p:nvSpPr>
        <p:spPr>
          <a:xfrm>
            <a:off x="879432" y="5222350"/>
            <a:ext cx="10670108" cy="36568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Kubernetes</a:t>
            </a:r>
          </a:p>
        </p:txBody>
      </p:sp>
      <p:sp>
        <p:nvSpPr>
          <p:cNvPr id="85" name="Google Shape;2350;p4">
            <a:extLst>
              <a:ext uri="{FF2B5EF4-FFF2-40B4-BE49-F238E27FC236}">
                <a16:creationId xmlns:a16="http://schemas.microsoft.com/office/drawing/2014/main" id="{4BC48E97-5219-A392-969D-6BB1793BF303}"/>
              </a:ext>
            </a:extLst>
          </p:cNvPr>
          <p:cNvSpPr/>
          <p:nvPr/>
        </p:nvSpPr>
        <p:spPr>
          <a:xfrm>
            <a:off x="889686" y="5254842"/>
            <a:ext cx="2514600" cy="320040"/>
          </a:xfrm>
          <a:prstGeom prst="roundRect">
            <a:avLst>
              <a:gd name="adj" fmla="val 9873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Tanzu Kubernetes Grid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2C5797C-AC52-6CD8-A762-29ADD8DFE8F6}"/>
              </a:ext>
            </a:extLst>
          </p:cNvPr>
          <p:cNvSpPr/>
          <p:nvPr/>
        </p:nvSpPr>
        <p:spPr>
          <a:xfrm>
            <a:off x="879432" y="4815137"/>
            <a:ext cx="10670108" cy="38342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Advanced Replication and DR</a:t>
            </a:r>
          </a:p>
        </p:txBody>
      </p:sp>
      <p:sp>
        <p:nvSpPr>
          <p:cNvPr id="87" name="Google Shape;2350;p4">
            <a:extLst>
              <a:ext uri="{FF2B5EF4-FFF2-40B4-BE49-F238E27FC236}">
                <a16:creationId xmlns:a16="http://schemas.microsoft.com/office/drawing/2014/main" id="{6ED584E4-B0C4-D93E-2D74-DC041AF62E1C}"/>
              </a:ext>
            </a:extLst>
          </p:cNvPr>
          <p:cNvSpPr/>
          <p:nvPr/>
        </p:nvSpPr>
        <p:spPr>
          <a:xfrm>
            <a:off x="889686" y="4833033"/>
            <a:ext cx="2514600" cy="320040"/>
          </a:xfrm>
          <a:prstGeom prst="roundRect">
            <a:avLst>
              <a:gd name="adj" fmla="val 9873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Site Recovery Manager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2B2F1AE-254B-2B52-C995-9B98CBCFE659}"/>
              </a:ext>
            </a:extLst>
          </p:cNvPr>
          <p:cNvSpPr/>
          <p:nvPr/>
        </p:nvSpPr>
        <p:spPr>
          <a:xfrm>
            <a:off x="884583" y="4384422"/>
            <a:ext cx="10670108" cy="40054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Microsegmentation / Network Overlay</a:t>
            </a:r>
          </a:p>
        </p:txBody>
      </p:sp>
      <p:sp>
        <p:nvSpPr>
          <p:cNvPr id="89" name="Google Shape;2350;p4">
            <a:extLst>
              <a:ext uri="{FF2B5EF4-FFF2-40B4-BE49-F238E27FC236}">
                <a16:creationId xmlns:a16="http://schemas.microsoft.com/office/drawing/2014/main" id="{2B733130-40A9-86C6-0D9F-5D74CBCD055A}"/>
              </a:ext>
            </a:extLst>
          </p:cNvPr>
          <p:cNvSpPr/>
          <p:nvPr/>
        </p:nvSpPr>
        <p:spPr>
          <a:xfrm>
            <a:off x="888831" y="4421378"/>
            <a:ext cx="2514600" cy="320040"/>
          </a:xfrm>
          <a:prstGeom prst="roundRect">
            <a:avLst>
              <a:gd name="adj" fmla="val 5054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NSX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01E7CD6-FEED-F4FF-3E53-A54BB1589C8E}"/>
              </a:ext>
            </a:extLst>
          </p:cNvPr>
          <p:cNvSpPr/>
          <p:nvPr/>
        </p:nvSpPr>
        <p:spPr>
          <a:xfrm>
            <a:off x="884583" y="3981685"/>
            <a:ext cx="10670108" cy="36596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Storage Services</a:t>
            </a:r>
          </a:p>
        </p:txBody>
      </p:sp>
      <p:sp>
        <p:nvSpPr>
          <p:cNvPr id="91" name="Google Shape;2350;p4">
            <a:extLst>
              <a:ext uri="{FF2B5EF4-FFF2-40B4-BE49-F238E27FC236}">
                <a16:creationId xmlns:a16="http://schemas.microsoft.com/office/drawing/2014/main" id="{E7D4F630-F5DE-B568-0FB7-B97AEAD758B2}"/>
              </a:ext>
            </a:extLst>
          </p:cNvPr>
          <p:cNvSpPr/>
          <p:nvPr/>
        </p:nvSpPr>
        <p:spPr>
          <a:xfrm>
            <a:off x="888831" y="4008913"/>
            <a:ext cx="2514600" cy="320040"/>
          </a:xfrm>
          <a:prstGeom prst="roundRect">
            <a:avLst>
              <a:gd name="adj" fmla="val 9873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vSAN File Services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FFF20E4-32EA-B0B2-28DF-1AED4EEE7C14}"/>
              </a:ext>
            </a:extLst>
          </p:cNvPr>
          <p:cNvSpPr/>
          <p:nvPr/>
        </p:nvSpPr>
        <p:spPr>
          <a:xfrm>
            <a:off x="884583" y="3578539"/>
            <a:ext cx="10670108" cy="35709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Data Analytics</a:t>
            </a:r>
          </a:p>
        </p:txBody>
      </p:sp>
      <p:sp>
        <p:nvSpPr>
          <p:cNvPr id="93" name="Google Shape;2350;p4">
            <a:extLst>
              <a:ext uri="{FF2B5EF4-FFF2-40B4-BE49-F238E27FC236}">
                <a16:creationId xmlns:a16="http://schemas.microsoft.com/office/drawing/2014/main" id="{377965A1-A995-AF41-A1B6-58EDAF90155E}"/>
              </a:ext>
            </a:extLst>
          </p:cNvPr>
          <p:cNvSpPr/>
          <p:nvPr/>
        </p:nvSpPr>
        <p:spPr>
          <a:xfrm>
            <a:off x="886448" y="3605766"/>
            <a:ext cx="2514600" cy="320040"/>
          </a:xfrm>
          <a:prstGeom prst="roundRect">
            <a:avLst>
              <a:gd name="adj" fmla="val 9873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Aria Insights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75D28D0-9798-2F18-3F9A-E9E567491FAA}"/>
              </a:ext>
            </a:extLst>
          </p:cNvPr>
          <p:cNvSpPr/>
          <p:nvPr/>
        </p:nvSpPr>
        <p:spPr>
          <a:xfrm>
            <a:off x="884583" y="3176520"/>
            <a:ext cx="10670108" cy="36125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Advanced Intelligent Operations </a:t>
            </a:r>
          </a:p>
        </p:txBody>
      </p:sp>
      <p:sp>
        <p:nvSpPr>
          <p:cNvPr id="95" name="Google Shape;2350;p4">
            <a:extLst>
              <a:ext uri="{FF2B5EF4-FFF2-40B4-BE49-F238E27FC236}">
                <a16:creationId xmlns:a16="http://schemas.microsoft.com/office/drawing/2014/main" id="{D32B789C-3797-7D0F-FCB7-9069F5C7051B}"/>
              </a:ext>
            </a:extLst>
          </p:cNvPr>
          <p:cNvSpPr/>
          <p:nvPr/>
        </p:nvSpPr>
        <p:spPr>
          <a:xfrm>
            <a:off x="886448" y="3203747"/>
            <a:ext cx="2514600" cy="320040"/>
          </a:xfrm>
          <a:prstGeom prst="roundRect">
            <a:avLst>
              <a:gd name="adj" fmla="val 9873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Aria Operations (vROPS)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B375910-C9E6-4F90-CDB6-D1E27310BB51}"/>
              </a:ext>
            </a:extLst>
          </p:cNvPr>
          <p:cNvSpPr/>
          <p:nvPr/>
        </p:nvSpPr>
        <p:spPr>
          <a:xfrm>
            <a:off x="884583" y="2773372"/>
            <a:ext cx="10670108" cy="34415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Application Automation / Orchestration / Self Service</a:t>
            </a:r>
          </a:p>
        </p:txBody>
      </p:sp>
      <p:sp>
        <p:nvSpPr>
          <p:cNvPr id="97" name="Google Shape;2350;p4">
            <a:extLst>
              <a:ext uri="{FF2B5EF4-FFF2-40B4-BE49-F238E27FC236}">
                <a16:creationId xmlns:a16="http://schemas.microsoft.com/office/drawing/2014/main" id="{DE068F82-A2B6-FAEC-2E8D-AEBD80DBEA4E}"/>
              </a:ext>
            </a:extLst>
          </p:cNvPr>
          <p:cNvSpPr/>
          <p:nvPr/>
        </p:nvSpPr>
        <p:spPr>
          <a:xfrm>
            <a:off x="886448" y="2800600"/>
            <a:ext cx="2514600" cy="320040"/>
          </a:xfrm>
          <a:prstGeom prst="roundRect">
            <a:avLst>
              <a:gd name="adj" fmla="val 9873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Aria Automation (vRA)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77D9CC36-2EB8-9786-045F-02F31FFE5161}"/>
              </a:ext>
            </a:extLst>
          </p:cNvPr>
          <p:cNvSpPr/>
          <p:nvPr/>
        </p:nvSpPr>
        <p:spPr>
          <a:xfrm>
            <a:off x="884583" y="2375410"/>
            <a:ext cx="10670108" cy="35245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Cost / Governance</a:t>
            </a:r>
          </a:p>
        </p:txBody>
      </p:sp>
      <p:sp>
        <p:nvSpPr>
          <p:cNvPr id="99" name="Google Shape;2350;p4">
            <a:extLst>
              <a:ext uri="{FF2B5EF4-FFF2-40B4-BE49-F238E27FC236}">
                <a16:creationId xmlns:a16="http://schemas.microsoft.com/office/drawing/2014/main" id="{59C3FB59-1706-943D-7FD2-E59A4918EFCA}"/>
              </a:ext>
            </a:extLst>
          </p:cNvPr>
          <p:cNvSpPr/>
          <p:nvPr/>
        </p:nvSpPr>
        <p:spPr>
          <a:xfrm>
            <a:off x="886448" y="2402637"/>
            <a:ext cx="2514600" cy="320040"/>
          </a:xfrm>
          <a:prstGeom prst="roundRect">
            <a:avLst>
              <a:gd name="adj" fmla="val 9873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Aria Cost by CloudHealth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5E4AFF4-48F3-EFFE-5F82-34B38C178D80}"/>
              </a:ext>
            </a:extLst>
          </p:cNvPr>
          <p:cNvSpPr/>
          <p:nvPr/>
        </p:nvSpPr>
        <p:spPr>
          <a:xfrm>
            <a:off x="884583" y="1972262"/>
            <a:ext cx="10670108" cy="33824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App Mobility / Migration</a:t>
            </a:r>
          </a:p>
        </p:txBody>
      </p:sp>
      <p:sp>
        <p:nvSpPr>
          <p:cNvPr id="101" name="Google Shape;2350;p4">
            <a:extLst>
              <a:ext uri="{FF2B5EF4-FFF2-40B4-BE49-F238E27FC236}">
                <a16:creationId xmlns:a16="http://schemas.microsoft.com/office/drawing/2014/main" id="{CFDDBAAC-6904-94C2-1A79-8C2A60B67421}"/>
              </a:ext>
            </a:extLst>
          </p:cNvPr>
          <p:cNvSpPr/>
          <p:nvPr/>
        </p:nvSpPr>
        <p:spPr>
          <a:xfrm>
            <a:off x="886448" y="1980828"/>
            <a:ext cx="2514600" cy="320040"/>
          </a:xfrm>
          <a:prstGeom prst="roundRect">
            <a:avLst>
              <a:gd name="adj" fmla="val 9873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Aria Migration / HCX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85C7BC2-5413-AB8C-0CBC-F2E3D812C01F}"/>
              </a:ext>
            </a:extLst>
          </p:cNvPr>
          <p:cNvSpPr/>
          <p:nvPr/>
        </p:nvSpPr>
        <p:spPr>
          <a:xfrm>
            <a:off x="884583" y="1577718"/>
            <a:ext cx="10670108" cy="34903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Database Services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97DECF8-49A3-27D9-074B-DFDE07B33422}"/>
              </a:ext>
            </a:extLst>
          </p:cNvPr>
          <p:cNvSpPr/>
          <p:nvPr/>
        </p:nvSpPr>
        <p:spPr>
          <a:xfrm>
            <a:off x="884583" y="780858"/>
            <a:ext cx="10670108" cy="36764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Hybrid Cloud</a:t>
            </a:r>
          </a:p>
        </p:txBody>
      </p:sp>
      <p:sp>
        <p:nvSpPr>
          <p:cNvPr id="104" name="Google Shape;2350;p4">
            <a:extLst>
              <a:ext uri="{FF2B5EF4-FFF2-40B4-BE49-F238E27FC236}">
                <a16:creationId xmlns:a16="http://schemas.microsoft.com/office/drawing/2014/main" id="{E7195E65-CA40-4893-20C8-DBF207878586}"/>
              </a:ext>
            </a:extLst>
          </p:cNvPr>
          <p:cNvSpPr/>
          <p:nvPr/>
        </p:nvSpPr>
        <p:spPr>
          <a:xfrm>
            <a:off x="885446" y="823345"/>
            <a:ext cx="2514600" cy="320040"/>
          </a:xfrm>
          <a:prstGeom prst="roundRect">
            <a:avLst>
              <a:gd name="adj" fmla="val 9873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VMC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105" name="Google Shape;2375;p5">
            <a:extLst>
              <a:ext uri="{FF2B5EF4-FFF2-40B4-BE49-F238E27FC236}">
                <a16:creationId xmlns:a16="http://schemas.microsoft.com/office/drawing/2014/main" id="{BD8880EE-CA73-05B3-EB0F-0407F02830BC}"/>
              </a:ext>
            </a:extLst>
          </p:cNvPr>
          <p:cNvSpPr/>
          <p:nvPr/>
        </p:nvSpPr>
        <p:spPr>
          <a:xfrm>
            <a:off x="9011128" y="1584268"/>
            <a:ext cx="2514600" cy="320040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121750" tIns="60875" rIns="121750" bIns="608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E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Nutanix Database Services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106" name="Google Shape;2379;p5">
            <a:extLst>
              <a:ext uri="{FF2B5EF4-FFF2-40B4-BE49-F238E27FC236}">
                <a16:creationId xmlns:a16="http://schemas.microsoft.com/office/drawing/2014/main" id="{62A8CDE9-7F39-9ABE-A119-6739E322D4B4}"/>
              </a:ext>
            </a:extLst>
          </p:cNvPr>
          <p:cNvSpPr/>
          <p:nvPr/>
        </p:nvSpPr>
        <p:spPr>
          <a:xfrm>
            <a:off x="9011126" y="2778615"/>
            <a:ext cx="2514600" cy="320040"/>
          </a:xfrm>
          <a:prstGeom prst="roundRect">
            <a:avLst>
              <a:gd name="adj" fmla="val 813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121750" tIns="60875" rIns="121750" bIns="608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E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App Automation/Self Service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107" name="Google Shape;2383;p5">
            <a:extLst>
              <a:ext uri="{FF2B5EF4-FFF2-40B4-BE49-F238E27FC236}">
                <a16:creationId xmlns:a16="http://schemas.microsoft.com/office/drawing/2014/main" id="{E3DFBB87-2843-767B-6517-D6BE62361E88}"/>
              </a:ext>
            </a:extLst>
          </p:cNvPr>
          <p:cNvSpPr/>
          <p:nvPr/>
        </p:nvSpPr>
        <p:spPr>
          <a:xfrm>
            <a:off x="9011125" y="4411072"/>
            <a:ext cx="2514600" cy="320040"/>
          </a:xfrm>
          <a:prstGeom prst="roundRect">
            <a:avLst>
              <a:gd name="adj" fmla="val 259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121750" tIns="60875" rIns="121750" bIns="608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E"/>
              </a:buClr>
              <a:buSzPts val="1200"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Network Virtualization/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Microseg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108" name="Google Shape;2387;p5">
            <a:extLst>
              <a:ext uri="{FF2B5EF4-FFF2-40B4-BE49-F238E27FC236}">
                <a16:creationId xmlns:a16="http://schemas.microsoft.com/office/drawing/2014/main" id="{3071E6C6-EFF5-6618-8549-7D7E462784AF}"/>
              </a:ext>
            </a:extLst>
          </p:cNvPr>
          <p:cNvSpPr/>
          <p:nvPr/>
        </p:nvSpPr>
        <p:spPr>
          <a:xfrm>
            <a:off x="9011126" y="3561557"/>
            <a:ext cx="2514600" cy="320040"/>
          </a:xfrm>
          <a:prstGeom prst="roundRect">
            <a:avLst>
              <a:gd name="adj" fmla="val 2122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121750" tIns="60875" rIns="121750" bIns="608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E"/>
              </a:buClr>
              <a:buSzPts val="12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File Analytics/Data Lens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Gotham Medium" pitchFamily="2" charset="0"/>
              <a:sym typeface="Arial"/>
            </a:endParaRPr>
          </a:p>
        </p:txBody>
      </p:sp>
      <p:sp>
        <p:nvSpPr>
          <p:cNvPr id="109" name="Google Shape;2395;p5">
            <a:extLst>
              <a:ext uri="{FF2B5EF4-FFF2-40B4-BE49-F238E27FC236}">
                <a16:creationId xmlns:a16="http://schemas.microsoft.com/office/drawing/2014/main" id="{82C428BC-FDDE-BDD2-2E94-BCA8FE751A9A}"/>
              </a:ext>
            </a:extLst>
          </p:cNvPr>
          <p:cNvSpPr/>
          <p:nvPr/>
        </p:nvSpPr>
        <p:spPr>
          <a:xfrm>
            <a:off x="9011125" y="5647032"/>
            <a:ext cx="2514600" cy="320040"/>
          </a:xfrm>
          <a:prstGeom prst="roundRect">
            <a:avLst>
              <a:gd name="adj" fmla="val 3272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121750" tIns="60875" rIns="121750" bIns="608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E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AOS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110" name="Google Shape;2400;p5">
            <a:extLst>
              <a:ext uri="{FF2B5EF4-FFF2-40B4-BE49-F238E27FC236}">
                <a16:creationId xmlns:a16="http://schemas.microsoft.com/office/drawing/2014/main" id="{D9882E8C-14C8-F18F-7597-16C6C5357980}"/>
              </a:ext>
            </a:extLst>
          </p:cNvPr>
          <p:cNvSpPr/>
          <p:nvPr/>
        </p:nvSpPr>
        <p:spPr>
          <a:xfrm>
            <a:off x="9016370" y="6058203"/>
            <a:ext cx="2514600" cy="320040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121750" tIns="60875" rIns="121750" bIns="608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E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AHV / ESXi / Hyper-V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111" name="Google Shape;2404;p5">
            <a:extLst>
              <a:ext uri="{FF2B5EF4-FFF2-40B4-BE49-F238E27FC236}">
                <a16:creationId xmlns:a16="http://schemas.microsoft.com/office/drawing/2014/main" id="{D55F80A4-3A85-91A5-E923-8BE73BA72251}"/>
              </a:ext>
            </a:extLst>
          </p:cNvPr>
          <p:cNvSpPr/>
          <p:nvPr/>
        </p:nvSpPr>
        <p:spPr>
          <a:xfrm>
            <a:off x="9011127" y="1974887"/>
            <a:ext cx="2514600" cy="320040"/>
          </a:xfrm>
          <a:prstGeom prst="roundRect">
            <a:avLst>
              <a:gd name="adj" fmla="val 650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121750" tIns="60875" rIns="121750" bIns="608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E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Move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112" name="Google Shape;2412;p5">
            <a:extLst>
              <a:ext uri="{FF2B5EF4-FFF2-40B4-BE49-F238E27FC236}">
                <a16:creationId xmlns:a16="http://schemas.microsoft.com/office/drawing/2014/main" id="{85DE5320-8BE0-5B6A-AEEA-4679533ED558}"/>
              </a:ext>
            </a:extLst>
          </p:cNvPr>
          <p:cNvSpPr/>
          <p:nvPr/>
        </p:nvSpPr>
        <p:spPr>
          <a:xfrm>
            <a:off x="9011125" y="4839587"/>
            <a:ext cx="2514600" cy="320040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121750" tIns="60875" rIns="121750" bIns="608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E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Advanced Replication and DR 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113" name="Google Shape;2416;p5">
            <a:extLst>
              <a:ext uri="{FF2B5EF4-FFF2-40B4-BE49-F238E27FC236}">
                <a16:creationId xmlns:a16="http://schemas.microsoft.com/office/drawing/2014/main" id="{47975A6C-0FE3-8F33-4C39-15486BD2A073}"/>
              </a:ext>
            </a:extLst>
          </p:cNvPr>
          <p:cNvSpPr/>
          <p:nvPr/>
        </p:nvSpPr>
        <p:spPr>
          <a:xfrm>
            <a:off x="9011125" y="3990382"/>
            <a:ext cx="2514600" cy="320040"/>
          </a:xfrm>
          <a:prstGeom prst="roundRect">
            <a:avLst>
              <a:gd name="adj" fmla="val 768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121750" tIns="60875" rIns="121750" bIns="608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E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Volumes/Files/Objects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114" name="Google Shape;2420;p5">
            <a:extLst>
              <a:ext uri="{FF2B5EF4-FFF2-40B4-BE49-F238E27FC236}">
                <a16:creationId xmlns:a16="http://schemas.microsoft.com/office/drawing/2014/main" id="{8E8F98A7-2604-85CA-7C57-3BD0D6777856}"/>
              </a:ext>
            </a:extLst>
          </p:cNvPr>
          <p:cNvSpPr/>
          <p:nvPr/>
        </p:nvSpPr>
        <p:spPr>
          <a:xfrm>
            <a:off x="9011127" y="831402"/>
            <a:ext cx="2514600" cy="320040"/>
          </a:xfrm>
          <a:prstGeom prst="roundRect">
            <a:avLst>
              <a:gd name="adj" fmla="val 3405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121750" tIns="60875" rIns="121750" bIns="608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E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NC2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115" name="Google Shape;2430;p5">
            <a:extLst>
              <a:ext uri="{FF2B5EF4-FFF2-40B4-BE49-F238E27FC236}">
                <a16:creationId xmlns:a16="http://schemas.microsoft.com/office/drawing/2014/main" id="{11100D40-6300-DBC1-6045-6B176C67F9ED}"/>
              </a:ext>
            </a:extLst>
          </p:cNvPr>
          <p:cNvSpPr/>
          <p:nvPr/>
        </p:nvSpPr>
        <p:spPr>
          <a:xfrm>
            <a:off x="9011126" y="3178420"/>
            <a:ext cx="2514600" cy="320040"/>
          </a:xfrm>
          <a:prstGeom prst="roundRect">
            <a:avLst>
              <a:gd name="adj" fmla="val 285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121750" tIns="60875" rIns="121750" bIns="608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E"/>
              </a:buClr>
              <a:buSzPts val="1200"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AI Operations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Gotham Medium" pitchFamily="2" charset="0"/>
              <a:sym typeface="Arial"/>
            </a:endParaRPr>
          </a:p>
        </p:txBody>
      </p:sp>
      <p:sp>
        <p:nvSpPr>
          <p:cNvPr id="116" name="Google Shape;2395;p5">
            <a:extLst>
              <a:ext uri="{FF2B5EF4-FFF2-40B4-BE49-F238E27FC236}">
                <a16:creationId xmlns:a16="http://schemas.microsoft.com/office/drawing/2014/main" id="{A4FA6985-8B8D-D0E1-9C19-49F4C8C2CAB5}"/>
              </a:ext>
            </a:extLst>
          </p:cNvPr>
          <p:cNvSpPr/>
          <p:nvPr/>
        </p:nvSpPr>
        <p:spPr>
          <a:xfrm>
            <a:off x="9011125" y="5230787"/>
            <a:ext cx="2514600" cy="320040"/>
          </a:xfrm>
          <a:prstGeom prst="roundRect">
            <a:avLst>
              <a:gd name="adj" fmla="val 6621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121750" tIns="60875" rIns="121750" bIns="608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E"/>
              </a:buClr>
              <a:buSzPts val="1200"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Nutanix Kubernetes Engine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117" name="Google Shape;2350;p4">
            <a:extLst>
              <a:ext uri="{FF2B5EF4-FFF2-40B4-BE49-F238E27FC236}">
                <a16:creationId xmlns:a16="http://schemas.microsoft.com/office/drawing/2014/main" id="{E7241663-3549-6907-1A7F-61D8D1B8E45E}"/>
              </a:ext>
            </a:extLst>
          </p:cNvPr>
          <p:cNvSpPr/>
          <p:nvPr/>
        </p:nvSpPr>
        <p:spPr>
          <a:xfrm>
            <a:off x="886449" y="1585578"/>
            <a:ext cx="2514600" cy="320040"/>
          </a:xfrm>
          <a:prstGeom prst="roundRect">
            <a:avLst>
              <a:gd name="adj" fmla="val 9873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Data Services Manager</a:t>
            </a:r>
          </a:p>
        </p:txBody>
      </p:sp>
      <p:sp>
        <p:nvSpPr>
          <p:cNvPr id="118" name="Google Shape;2379;p5">
            <a:extLst>
              <a:ext uri="{FF2B5EF4-FFF2-40B4-BE49-F238E27FC236}">
                <a16:creationId xmlns:a16="http://schemas.microsoft.com/office/drawing/2014/main" id="{639B9222-E542-D116-48BB-452537258BB1}"/>
              </a:ext>
            </a:extLst>
          </p:cNvPr>
          <p:cNvSpPr/>
          <p:nvPr/>
        </p:nvSpPr>
        <p:spPr>
          <a:xfrm>
            <a:off x="9011126" y="2369502"/>
            <a:ext cx="2514600" cy="320040"/>
          </a:xfrm>
          <a:prstGeom prst="roundRect">
            <a:avLst>
              <a:gd name="adj" fmla="val 813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121750" tIns="60875" rIns="121750" bIns="608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E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Cost Governance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FF220E37-C476-04B8-CC3A-E740707BC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371" y="406765"/>
            <a:ext cx="1589073" cy="259021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25D2F77E-D67D-FF27-D4EB-0D7FAEAE0DF9}"/>
              </a:ext>
            </a:extLst>
          </p:cNvPr>
          <p:cNvSpPr txBox="1"/>
          <p:nvPr/>
        </p:nvSpPr>
        <p:spPr>
          <a:xfrm>
            <a:off x="3047198" y="336221"/>
            <a:ext cx="60976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Platform Capabilities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8220A6F4-6CDD-C861-3579-DBB2AB182935}"/>
              </a:ext>
            </a:extLst>
          </p:cNvPr>
          <p:cNvSpPr/>
          <p:nvPr/>
        </p:nvSpPr>
        <p:spPr>
          <a:xfrm>
            <a:off x="879431" y="1194020"/>
            <a:ext cx="10670108" cy="33040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D4D4E"/>
                </a:solidFill>
                <a:effectLst/>
                <a:uLnTx/>
                <a:uFillTx/>
                <a:latin typeface="Arial"/>
                <a:ea typeface="+mn-ea"/>
                <a:cs typeface="Gotham Medium" pitchFamily="2" charset="0"/>
                <a:sym typeface="Arial"/>
              </a:rPr>
              <a:t>End User Computing / Desktop Virtualization</a:t>
            </a:r>
          </a:p>
        </p:txBody>
      </p:sp>
      <p:sp>
        <p:nvSpPr>
          <p:cNvPr id="123" name="Google Shape;2375;p5">
            <a:extLst>
              <a:ext uri="{FF2B5EF4-FFF2-40B4-BE49-F238E27FC236}">
                <a16:creationId xmlns:a16="http://schemas.microsoft.com/office/drawing/2014/main" id="{AD18A8F7-2D32-B417-2A7A-BD4310FCFD65}"/>
              </a:ext>
            </a:extLst>
          </p:cNvPr>
          <p:cNvSpPr/>
          <p:nvPr/>
        </p:nvSpPr>
        <p:spPr>
          <a:xfrm>
            <a:off x="9011127" y="1200569"/>
            <a:ext cx="2514600" cy="320040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121750" tIns="60875" rIns="121750" bIns="608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E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Horizon/Citrix/Frame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sp>
        <p:nvSpPr>
          <p:cNvPr id="124" name="Google Shape;2350;p4">
            <a:extLst>
              <a:ext uri="{FF2B5EF4-FFF2-40B4-BE49-F238E27FC236}">
                <a16:creationId xmlns:a16="http://schemas.microsoft.com/office/drawing/2014/main" id="{8A397EE3-4FA0-B606-D7E8-EC85C1CB8788}"/>
              </a:ext>
            </a:extLst>
          </p:cNvPr>
          <p:cNvSpPr/>
          <p:nvPr/>
        </p:nvSpPr>
        <p:spPr>
          <a:xfrm>
            <a:off x="889686" y="1201879"/>
            <a:ext cx="2514600" cy="320040"/>
          </a:xfrm>
          <a:prstGeom prst="roundRect">
            <a:avLst>
              <a:gd name="adj" fmla="val 9873"/>
            </a:avLst>
          </a:prstGeom>
          <a:solidFill>
            <a:srgbClr val="FFFFFF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Horizon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Gotham Medium" pitchFamily="2" charset="0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D45019-AB04-E33B-FDD4-D5E7EED31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740" y="217762"/>
            <a:ext cx="2349621" cy="43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391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98DB08-BA24-44FE-75F1-B9D3F025D87F}"/>
              </a:ext>
            </a:extLst>
          </p:cNvPr>
          <p:cNvSpPr/>
          <p:nvPr/>
        </p:nvSpPr>
        <p:spPr>
          <a:xfrm>
            <a:off x="754673" y="6267812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Hypervisor</a:t>
            </a:r>
          </a:p>
        </p:txBody>
      </p:sp>
      <p:sp>
        <p:nvSpPr>
          <p:cNvPr id="3" name="Google Shape;2350;p4">
            <a:extLst>
              <a:ext uri="{FF2B5EF4-FFF2-40B4-BE49-F238E27FC236}">
                <a16:creationId xmlns:a16="http://schemas.microsoft.com/office/drawing/2014/main" id="{CACC527C-268F-7624-5B12-EAA72A5A5745}"/>
              </a:ext>
            </a:extLst>
          </p:cNvPr>
          <p:cNvSpPr/>
          <p:nvPr/>
        </p:nvSpPr>
        <p:spPr>
          <a:xfrm>
            <a:off x="803938" y="6306314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4472C4">
              <a:lumMod val="60000"/>
              <a:lumOff val="4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ESXi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CA27C2-D8FA-54D6-6C72-93018D7B7226}"/>
              </a:ext>
            </a:extLst>
          </p:cNvPr>
          <p:cNvSpPr/>
          <p:nvPr/>
        </p:nvSpPr>
        <p:spPr>
          <a:xfrm>
            <a:off x="754673" y="5864665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Storage Operating System</a:t>
            </a:r>
          </a:p>
        </p:txBody>
      </p:sp>
      <p:sp>
        <p:nvSpPr>
          <p:cNvPr id="5" name="Google Shape;2350;p4">
            <a:extLst>
              <a:ext uri="{FF2B5EF4-FFF2-40B4-BE49-F238E27FC236}">
                <a16:creationId xmlns:a16="http://schemas.microsoft.com/office/drawing/2014/main" id="{EEBD2AD3-94BE-4DA4-278C-F2017CAC9CF0}"/>
              </a:ext>
            </a:extLst>
          </p:cNvPr>
          <p:cNvSpPr/>
          <p:nvPr/>
        </p:nvSpPr>
        <p:spPr>
          <a:xfrm>
            <a:off x="803938" y="5903167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00B0F0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vSAN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ED2767-1E0E-8D31-1D95-7C94DFBE0DF2}"/>
              </a:ext>
            </a:extLst>
          </p:cNvPr>
          <p:cNvSpPr/>
          <p:nvPr/>
        </p:nvSpPr>
        <p:spPr>
          <a:xfrm>
            <a:off x="754673" y="5466702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Kubernetes</a:t>
            </a:r>
          </a:p>
        </p:txBody>
      </p:sp>
      <p:sp>
        <p:nvSpPr>
          <p:cNvPr id="7" name="Google Shape;2350;p4">
            <a:extLst>
              <a:ext uri="{FF2B5EF4-FFF2-40B4-BE49-F238E27FC236}">
                <a16:creationId xmlns:a16="http://schemas.microsoft.com/office/drawing/2014/main" id="{24802C41-2D38-6C79-3BFE-3851AA3805CB}"/>
              </a:ext>
            </a:extLst>
          </p:cNvPr>
          <p:cNvSpPr/>
          <p:nvPr/>
        </p:nvSpPr>
        <p:spPr>
          <a:xfrm>
            <a:off x="803938" y="5505204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70AD47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Tanzu Kubernetes Grid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F0A094-08E1-880A-BEDC-D51CB5C44CD9}"/>
              </a:ext>
            </a:extLst>
          </p:cNvPr>
          <p:cNvSpPr/>
          <p:nvPr/>
        </p:nvSpPr>
        <p:spPr>
          <a:xfrm>
            <a:off x="754673" y="5063555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Advanced Replication and DR</a:t>
            </a:r>
          </a:p>
        </p:txBody>
      </p:sp>
      <p:sp>
        <p:nvSpPr>
          <p:cNvPr id="9" name="Google Shape;2350;p4">
            <a:extLst>
              <a:ext uri="{FF2B5EF4-FFF2-40B4-BE49-F238E27FC236}">
                <a16:creationId xmlns:a16="http://schemas.microsoft.com/office/drawing/2014/main" id="{9F17273D-4412-C775-6C26-B48EFBDAF69C}"/>
              </a:ext>
            </a:extLst>
          </p:cNvPr>
          <p:cNvSpPr/>
          <p:nvPr/>
        </p:nvSpPr>
        <p:spPr>
          <a:xfrm>
            <a:off x="803938" y="5102057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FFC000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Site Recovery Manager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B8F6F6-BEAD-8201-E76A-78E6712FC9D3}"/>
              </a:ext>
            </a:extLst>
          </p:cNvPr>
          <p:cNvSpPr/>
          <p:nvPr/>
        </p:nvSpPr>
        <p:spPr>
          <a:xfrm>
            <a:off x="754673" y="4649126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Network Overlay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5C3E33-5AA2-2912-8FE9-255AAE4810C1}"/>
              </a:ext>
            </a:extLst>
          </p:cNvPr>
          <p:cNvSpPr/>
          <p:nvPr/>
        </p:nvSpPr>
        <p:spPr>
          <a:xfrm>
            <a:off x="754673" y="4245979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Microsegmentation / App Firewalling</a:t>
            </a:r>
          </a:p>
        </p:txBody>
      </p:sp>
      <p:sp>
        <p:nvSpPr>
          <p:cNvPr id="12" name="Google Shape;2350;p4">
            <a:extLst>
              <a:ext uri="{FF2B5EF4-FFF2-40B4-BE49-F238E27FC236}">
                <a16:creationId xmlns:a16="http://schemas.microsoft.com/office/drawing/2014/main" id="{8136098C-73F4-A4F5-E533-7F6D858620EC}"/>
              </a:ext>
            </a:extLst>
          </p:cNvPr>
          <p:cNvSpPr/>
          <p:nvPr/>
        </p:nvSpPr>
        <p:spPr>
          <a:xfrm>
            <a:off x="803938" y="4284480"/>
            <a:ext cx="2633855" cy="696345"/>
          </a:xfrm>
          <a:prstGeom prst="roundRect">
            <a:avLst>
              <a:gd name="adj" fmla="val 5054"/>
            </a:avLst>
          </a:prstGeom>
          <a:solidFill>
            <a:srgbClr val="4472C4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NSX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5AD7A4-7E79-ABF6-2A54-565C06EA967E}"/>
              </a:ext>
            </a:extLst>
          </p:cNvPr>
          <p:cNvSpPr/>
          <p:nvPr/>
        </p:nvSpPr>
        <p:spPr>
          <a:xfrm>
            <a:off x="754673" y="3848016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Storage Services</a:t>
            </a:r>
          </a:p>
        </p:txBody>
      </p:sp>
      <p:sp>
        <p:nvSpPr>
          <p:cNvPr id="14" name="Google Shape;2350;p4">
            <a:extLst>
              <a:ext uri="{FF2B5EF4-FFF2-40B4-BE49-F238E27FC236}">
                <a16:creationId xmlns:a16="http://schemas.microsoft.com/office/drawing/2014/main" id="{AB46458E-69A5-0B6D-D7D1-07FEA8D36253}"/>
              </a:ext>
            </a:extLst>
          </p:cNvPr>
          <p:cNvSpPr/>
          <p:nvPr/>
        </p:nvSpPr>
        <p:spPr>
          <a:xfrm>
            <a:off x="803938" y="3886518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00B0F0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vSAN File Services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47AB01-A071-C1DB-BCAA-8D4B93D0A683}"/>
              </a:ext>
            </a:extLst>
          </p:cNvPr>
          <p:cNvSpPr/>
          <p:nvPr/>
        </p:nvSpPr>
        <p:spPr>
          <a:xfrm>
            <a:off x="754673" y="3444869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Data Analytics</a:t>
            </a:r>
          </a:p>
        </p:txBody>
      </p:sp>
      <p:sp>
        <p:nvSpPr>
          <p:cNvPr id="16" name="Google Shape;2350;p4">
            <a:extLst>
              <a:ext uri="{FF2B5EF4-FFF2-40B4-BE49-F238E27FC236}">
                <a16:creationId xmlns:a16="http://schemas.microsoft.com/office/drawing/2014/main" id="{B4AC036B-A833-8306-591B-9F2B776970B6}"/>
              </a:ext>
            </a:extLst>
          </p:cNvPr>
          <p:cNvSpPr/>
          <p:nvPr/>
        </p:nvSpPr>
        <p:spPr>
          <a:xfrm>
            <a:off x="803938" y="3483371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ED7D31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Aria Insights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2350;p4">
            <a:extLst>
              <a:ext uri="{FF2B5EF4-FFF2-40B4-BE49-F238E27FC236}">
                <a16:creationId xmlns:a16="http://schemas.microsoft.com/office/drawing/2014/main" id="{39864B53-F2BD-F4AD-9793-453021841D2B}"/>
              </a:ext>
            </a:extLst>
          </p:cNvPr>
          <p:cNvSpPr/>
          <p:nvPr/>
        </p:nvSpPr>
        <p:spPr>
          <a:xfrm>
            <a:off x="8754209" y="3483370"/>
            <a:ext cx="2633855" cy="696345"/>
          </a:xfrm>
          <a:prstGeom prst="roundRect">
            <a:avLst>
              <a:gd name="adj" fmla="val 6259"/>
            </a:avLst>
          </a:prstGeom>
          <a:solidFill>
            <a:schemeClr val="accent6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Nutanix Unified Storage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(NUS)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910EC6-B277-BFD9-2DF2-1BF36364A5DD}"/>
              </a:ext>
            </a:extLst>
          </p:cNvPr>
          <p:cNvSpPr/>
          <p:nvPr/>
        </p:nvSpPr>
        <p:spPr>
          <a:xfrm>
            <a:off x="754673" y="3042850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Advanced Intelligent Operations </a:t>
            </a:r>
          </a:p>
        </p:txBody>
      </p:sp>
      <p:sp>
        <p:nvSpPr>
          <p:cNvPr id="19" name="Google Shape;2350;p4">
            <a:extLst>
              <a:ext uri="{FF2B5EF4-FFF2-40B4-BE49-F238E27FC236}">
                <a16:creationId xmlns:a16="http://schemas.microsoft.com/office/drawing/2014/main" id="{5B7CF28E-AC46-BEAC-91C0-ACE27F64D3B8}"/>
              </a:ext>
            </a:extLst>
          </p:cNvPr>
          <p:cNvSpPr/>
          <p:nvPr/>
        </p:nvSpPr>
        <p:spPr>
          <a:xfrm>
            <a:off x="803938" y="3081352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ED7D31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Tx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Aria Operations (vROPS)</a:t>
            </a: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4AB8DC-3C71-A0D3-65C7-204F281748DC}"/>
              </a:ext>
            </a:extLst>
          </p:cNvPr>
          <p:cNvSpPr/>
          <p:nvPr/>
        </p:nvSpPr>
        <p:spPr>
          <a:xfrm>
            <a:off x="754673" y="2639703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Application Automation / Orchestration / Self Service</a:t>
            </a:r>
          </a:p>
        </p:txBody>
      </p:sp>
      <p:sp>
        <p:nvSpPr>
          <p:cNvPr id="21" name="Google Shape;2350;p4">
            <a:extLst>
              <a:ext uri="{FF2B5EF4-FFF2-40B4-BE49-F238E27FC236}">
                <a16:creationId xmlns:a16="http://schemas.microsoft.com/office/drawing/2014/main" id="{E19DB8FB-5C6E-01D2-4CBB-BC670FB16470}"/>
              </a:ext>
            </a:extLst>
          </p:cNvPr>
          <p:cNvSpPr/>
          <p:nvPr/>
        </p:nvSpPr>
        <p:spPr>
          <a:xfrm>
            <a:off x="803938" y="2678205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ED7D31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Aria Automation (vRA)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C6D477-1400-861C-714F-5E8C23AAE5B0}"/>
              </a:ext>
            </a:extLst>
          </p:cNvPr>
          <p:cNvSpPr/>
          <p:nvPr/>
        </p:nvSpPr>
        <p:spPr>
          <a:xfrm>
            <a:off x="754673" y="2241740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Cost / Governance</a:t>
            </a:r>
          </a:p>
        </p:txBody>
      </p:sp>
      <p:sp>
        <p:nvSpPr>
          <p:cNvPr id="23" name="Google Shape;2350;p4">
            <a:extLst>
              <a:ext uri="{FF2B5EF4-FFF2-40B4-BE49-F238E27FC236}">
                <a16:creationId xmlns:a16="http://schemas.microsoft.com/office/drawing/2014/main" id="{EBB0E67D-0480-6881-F7F3-14BD078605A7}"/>
              </a:ext>
            </a:extLst>
          </p:cNvPr>
          <p:cNvSpPr/>
          <p:nvPr/>
        </p:nvSpPr>
        <p:spPr>
          <a:xfrm>
            <a:off x="803938" y="2280242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ED7D31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Aria Cost by CloudHealth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350;p4">
            <a:extLst>
              <a:ext uri="{FF2B5EF4-FFF2-40B4-BE49-F238E27FC236}">
                <a16:creationId xmlns:a16="http://schemas.microsoft.com/office/drawing/2014/main" id="{857D9721-D26A-3D43-9599-CCDD41DA367F}"/>
              </a:ext>
            </a:extLst>
          </p:cNvPr>
          <p:cNvSpPr/>
          <p:nvPr/>
        </p:nvSpPr>
        <p:spPr>
          <a:xfrm>
            <a:off x="8754209" y="2280242"/>
            <a:ext cx="2633855" cy="1094308"/>
          </a:xfrm>
          <a:prstGeom prst="roundRect">
            <a:avLst>
              <a:gd name="adj" fmla="val 3740"/>
            </a:avLst>
          </a:prstGeom>
          <a:solidFill>
            <a:schemeClr val="accent6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Nutanix Cloud Management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(NCM)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F2774A-EED2-1F19-EF3E-2BC069F2F3B0}"/>
              </a:ext>
            </a:extLst>
          </p:cNvPr>
          <p:cNvSpPr/>
          <p:nvPr/>
        </p:nvSpPr>
        <p:spPr>
          <a:xfrm>
            <a:off x="754673" y="1838593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App Mobility / Migration</a:t>
            </a:r>
          </a:p>
        </p:txBody>
      </p:sp>
      <p:sp>
        <p:nvSpPr>
          <p:cNvPr id="26" name="Google Shape;2350;p4">
            <a:extLst>
              <a:ext uri="{FF2B5EF4-FFF2-40B4-BE49-F238E27FC236}">
                <a16:creationId xmlns:a16="http://schemas.microsoft.com/office/drawing/2014/main" id="{E5210BC9-0CEE-DC88-AEA3-8A6DC560ECA4}"/>
              </a:ext>
            </a:extLst>
          </p:cNvPr>
          <p:cNvSpPr/>
          <p:nvPr/>
        </p:nvSpPr>
        <p:spPr>
          <a:xfrm>
            <a:off x="803938" y="1877095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ED7D31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Aria Migration / HCX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350;p4">
            <a:extLst>
              <a:ext uri="{FF2B5EF4-FFF2-40B4-BE49-F238E27FC236}">
                <a16:creationId xmlns:a16="http://schemas.microsoft.com/office/drawing/2014/main" id="{0F707575-D99A-A711-D4AF-5760D23B1FE1}"/>
              </a:ext>
            </a:extLst>
          </p:cNvPr>
          <p:cNvSpPr/>
          <p:nvPr/>
        </p:nvSpPr>
        <p:spPr>
          <a:xfrm>
            <a:off x="8754209" y="1877095"/>
            <a:ext cx="2633855" cy="293198"/>
          </a:xfrm>
          <a:prstGeom prst="roundRect">
            <a:avLst>
              <a:gd name="adj" fmla="val 9873"/>
            </a:avLst>
          </a:prstGeom>
          <a:solidFill>
            <a:schemeClr val="accent6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Move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89B302-156E-71CF-CBFA-894FBD7EBF59}"/>
              </a:ext>
            </a:extLst>
          </p:cNvPr>
          <p:cNvSpPr/>
          <p:nvPr/>
        </p:nvSpPr>
        <p:spPr>
          <a:xfrm>
            <a:off x="754673" y="1419535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Database Services</a:t>
            </a:r>
          </a:p>
        </p:txBody>
      </p:sp>
      <p:sp>
        <p:nvSpPr>
          <p:cNvPr id="29" name="Google Shape;2350;p4">
            <a:extLst>
              <a:ext uri="{FF2B5EF4-FFF2-40B4-BE49-F238E27FC236}">
                <a16:creationId xmlns:a16="http://schemas.microsoft.com/office/drawing/2014/main" id="{7465C1BB-299D-898F-1D83-B84EB7E4A174}"/>
              </a:ext>
            </a:extLst>
          </p:cNvPr>
          <p:cNvSpPr/>
          <p:nvPr/>
        </p:nvSpPr>
        <p:spPr>
          <a:xfrm>
            <a:off x="8754209" y="1458037"/>
            <a:ext cx="2633855" cy="293198"/>
          </a:xfrm>
          <a:prstGeom prst="roundRect">
            <a:avLst>
              <a:gd name="adj" fmla="val 9873"/>
            </a:avLst>
          </a:prstGeom>
          <a:solidFill>
            <a:schemeClr val="accent6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Nutanix Database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Srvs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(NDB)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ECB749C-0B79-FDEB-266F-F90E671E4C06}"/>
              </a:ext>
            </a:extLst>
          </p:cNvPr>
          <p:cNvSpPr/>
          <p:nvPr/>
        </p:nvSpPr>
        <p:spPr>
          <a:xfrm>
            <a:off x="754673" y="1016388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End User Computing / Virtual Desktops</a:t>
            </a:r>
          </a:p>
        </p:txBody>
      </p:sp>
      <p:sp>
        <p:nvSpPr>
          <p:cNvPr id="31" name="Google Shape;2350;p4">
            <a:extLst>
              <a:ext uri="{FF2B5EF4-FFF2-40B4-BE49-F238E27FC236}">
                <a16:creationId xmlns:a16="http://schemas.microsoft.com/office/drawing/2014/main" id="{8ACE7E2F-0737-41AC-C411-6E6FA3F7E160}"/>
              </a:ext>
            </a:extLst>
          </p:cNvPr>
          <p:cNvSpPr/>
          <p:nvPr/>
        </p:nvSpPr>
        <p:spPr>
          <a:xfrm>
            <a:off x="803938" y="1054890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FFC000">
              <a:lumMod val="75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Horizon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2350;p4">
            <a:extLst>
              <a:ext uri="{FF2B5EF4-FFF2-40B4-BE49-F238E27FC236}">
                <a16:creationId xmlns:a16="http://schemas.microsoft.com/office/drawing/2014/main" id="{3935CB80-44B8-97A4-78D1-F27C0658094C}"/>
              </a:ext>
            </a:extLst>
          </p:cNvPr>
          <p:cNvSpPr/>
          <p:nvPr/>
        </p:nvSpPr>
        <p:spPr>
          <a:xfrm>
            <a:off x="8754209" y="1054890"/>
            <a:ext cx="2633855" cy="293198"/>
          </a:xfrm>
          <a:prstGeom prst="roundRect">
            <a:avLst>
              <a:gd name="adj" fmla="val 9873"/>
            </a:avLst>
          </a:prstGeom>
          <a:solidFill>
            <a:schemeClr val="accent6">
              <a:lumMod val="60000"/>
              <a:lumOff val="40000"/>
            </a:scheme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E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Horizon/Citrix/Frame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7227F4-FE28-884B-6AB6-BA09C2CA5543}"/>
              </a:ext>
            </a:extLst>
          </p:cNvPr>
          <p:cNvSpPr/>
          <p:nvPr/>
        </p:nvSpPr>
        <p:spPr>
          <a:xfrm>
            <a:off x="754673" y="618425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Hybrid Cloud</a:t>
            </a:r>
          </a:p>
        </p:txBody>
      </p:sp>
      <p:sp>
        <p:nvSpPr>
          <p:cNvPr id="34" name="Google Shape;2350;p4">
            <a:extLst>
              <a:ext uri="{FF2B5EF4-FFF2-40B4-BE49-F238E27FC236}">
                <a16:creationId xmlns:a16="http://schemas.microsoft.com/office/drawing/2014/main" id="{97CEBE94-9ACA-F88C-2A44-6D336FE901FF}"/>
              </a:ext>
            </a:extLst>
          </p:cNvPr>
          <p:cNvSpPr/>
          <p:nvPr/>
        </p:nvSpPr>
        <p:spPr>
          <a:xfrm>
            <a:off x="803938" y="656927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E7E6E6">
              <a:lumMod val="5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VMC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2350;p4">
            <a:extLst>
              <a:ext uri="{FF2B5EF4-FFF2-40B4-BE49-F238E27FC236}">
                <a16:creationId xmlns:a16="http://schemas.microsoft.com/office/drawing/2014/main" id="{56E815C9-C415-C266-9FDC-4517BD5B70B5}"/>
              </a:ext>
            </a:extLst>
          </p:cNvPr>
          <p:cNvSpPr/>
          <p:nvPr/>
        </p:nvSpPr>
        <p:spPr>
          <a:xfrm>
            <a:off x="8754209" y="656927"/>
            <a:ext cx="2633855" cy="293198"/>
          </a:xfrm>
          <a:prstGeom prst="roundRect">
            <a:avLst>
              <a:gd name="adj" fmla="val 9873"/>
            </a:avLst>
          </a:prstGeom>
          <a:solidFill>
            <a:schemeClr val="accent6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Nutanix Clusters (NC2)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2350;p4">
            <a:extLst>
              <a:ext uri="{FF2B5EF4-FFF2-40B4-BE49-F238E27FC236}">
                <a16:creationId xmlns:a16="http://schemas.microsoft.com/office/drawing/2014/main" id="{C8E00D52-D931-FD18-9B15-83C4B9796E81}"/>
              </a:ext>
            </a:extLst>
          </p:cNvPr>
          <p:cNvSpPr/>
          <p:nvPr/>
        </p:nvSpPr>
        <p:spPr>
          <a:xfrm>
            <a:off x="8754209" y="4284480"/>
            <a:ext cx="2633855" cy="2315032"/>
          </a:xfrm>
          <a:prstGeom prst="roundRect">
            <a:avLst>
              <a:gd name="adj" fmla="val 1538"/>
            </a:avLst>
          </a:prstGeom>
          <a:solidFill>
            <a:schemeClr val="accent6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Tx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Nutanix Cloud Infrastructure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Tx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(NCI)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4EBC6C-978D-0B9A-0065-C9A557A0E5E8}"/>
              </a:ext>
            </a:extLst>
          </p:cNvPr>
          <p:cNvSpPr txBox="1"/>
          <p:nvPr/>
        </p:nvSpPr>
        <p:spPr>
          <a:xfrm>
            <a:off x="3047198" y="193608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Platform Capabilities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0CE2FEC-A49F-B53B-5E67-AAD45EFA1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464" y="193608"/>
            <a:ext cx="1589073" cy="259021"/>
          </a:xfrm>
          <a:prstGeom prst="rect">
            <a:avLst/>
          </a:prstGeom>
        </p:spPr>
      </p:pic>
      <p:sp>
        <p:nvSpPr>
          <p:cNvPr id="40" name="Google Shape;2350;p4">
            <a:extLst>
              <a:ext uri="{FF2B5EF4-FFF2-40B4-BE49-F238E27FC236}">
                <a16:creationId xmlns:a16="http://schemas.microsoft.com/office/drawing/2014/main" id="{09A22AE1-CCEF-0337-B5F2-45596262D62F}"/>
              </a:ext>
            </a:extLst>
          </p:cNvPr>
          <p:cNvSpPr/>
          <p:nvPr/>
        </p:nvSpPr>
        <p:spPr>
          <a:xfrm>
            <a:off x="803937" y="1453408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4472C4">
              <a:lumMod val="60000"/>
              <a:lumOff val="40000"/>
            </a:srgb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Data Services Manager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DD9A746-A5E5-94D9-3F79-27099CC66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863" y="111886"/>
            <a:ext cx="2349621" cy="43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65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98DB08-BA24-44FE-75F1-B9D3F025D87F}"/>
              </a:ext>
            </a:extLst>
          </p:cNvPr>
          <p:cNvSpPr/>
          <p:nvPr/>
        </p:nvSpPr>
        <p:spPr>
          <a:xfrm>
            <a:off x="754673" y="6267812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Hypervisor</a:t>
            </a:r>
          </a:p>
        </p:txBody>
      </p:sp>
      <p:sp>
        <p:nvSpPr>
          <p:cNvPr id="3" name="Google Shape;2350;p4">
            <a:extLst>
              <a:ext uri="{FF2B5EF4-FFF2-40B4-BE49-F238E27FC236}">
                <a16:creationId xmlns:a16="http://schemas.microsoft.com/office/drawing/2014/main" id="{CACC527C-268F-7624-5B12-EAA72A5A5745}"/>
              </a:ext>
            </a:extLst>
          </p:cNvPr>
          <p:cNvSpPr/>
          <p:nvPr/>
        </p:nvSpPr>
        <p:spPr>
          <a:xfrm>
            <a:off x="803938" y="6306314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00B0F0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vSphere Enterprise Plus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CA27C2-D8FA-54D6-6C72-93018D7B7226}"/>
              </a:ext>
            </a:extLst>
          </p:cNvPr>
          <p:cNvSpPr/>
          <p:nvPr/>
        </p:nvSpPr>
        <p:spPr>
          <a:xfrm>
            <a:off x="754673" y="5864665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Storage Operating System</a:t>
            </a:r>
          </a:p>
        </p:txBody>
      </p:sp>
      <p:sp>
        <p:nvSpPr>
          <p:cNvPr id="5" name="Google Shape;2350;p4">
            <a:extLst>
              <a:ext uri="{FF2B5EF4-FFF2-40B4-BE49-F238E27FC236}">
                <a16:creationId xmlns:a16="http://schemas.microsoft.com/office/drawing/2014/main" id="{EEBD2AD3-94BE-4DA4-278C-F2017CAC9CF0}"/>
              </a:ext>
            </a:extLst>
          </p:cNvPr>
          <p:cNvSpPr/>
          <p:nvPr/>
        </p:nvSpPr>
        <p:spPr>
          <a:xfrm>
            <a:off x="803938" y="5903167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00B0F0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vSAN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ED2767-1E0E-8D31-1D95-7C94DFBE0DF2}"/>
              </a:ext>
            </a:extLst>
          </p:cNvPr>
          <p:cNvSpPr/>
          <p:nvPr/>
        </p:nvSpPr>
        <p:spPr>
          <a:xfrm>
            <a:off x="754673" y="5466702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Kubernetes</a:t>
            </a:r>
          </a:p>
        </p:txBody>
      </p:sp>
      <p:sp>
        <p:nvSpPr>
          <p:cNvPr id="7" name="Google Shape;2350;p4">
            <a:extLst>
              <a:ext uri="{FF2B5EF4-FFF2-40B4-BE49-F238E27FC236}">
                <a16:creationId xmlns:a16="http://schemas.microsoft.com/office/drawing/2014/main" id="{24802C41-2D38-6C79-3BFE-3851AA3805CB}"/>
              </a:ext>
            </a:extLst>
          </p:cNvPr>
          <p:cNvSpPr/>
          <p:nvPr/>
        </p:nvSpPr>
        <p:spPr>
          <a:xfrm>
            <a:off x="803938" y="5505204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00B0F0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Tanzu Kubernetes Grid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F0A094-08E1-880A-BEDC-D51CB5C44CD9}"/>
              </a:ext>
            </a:extLst>
          </p:cNvPr>
          <p:cNvSpPr/>
          <p:nvPr/>
        </p:nvSpPr>
        <p:spPr>
          <a:xfrm>
            <a:off x="754673" y="5063555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Advanced Replication and DR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B8F6F6-BEAD-8201-E76A-78E6712FC9D3}"/>
              </a:ext>
            </a:extLst>
          </p:cNvPr>
          <p:cNvSpPr/>
          <p:nvPr/>
        </p:nvSpPr>
        <p:spPr>
          <a:xfrm>
            <a:off x="754673" y="4649126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Network Overlay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5C3E33-5AA2-2912-8FE9-255AAE4810C1}"/>
              </a:ext>
            </a:extLst>
          </p:cNvPr>
          <p:cNvSpPr/>
          <p:nvPr/>
        </p:nvSpPr>
        <p:spPr>
          <a:xfrm>
            <a:off x="754673" y="4245979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Microsegmentation / App Firewalling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5AD7A4-7E79-ABF6-2A54-565C06EA967E}"/>
              </a:ext>
            </a:extLst>
          </p:cNvPr>
          <p:cNvSpPr/>
          <p:nvPr/>
        </p:nvSpPr>
        <p:spPr>
          <a:xfrm>
            <a:off x="754673" y="3848016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Storage Services</a:t>
            </a:r>
          </a:p>
        </p:txBody>
      </p:sp>
      <p:sp>
        <p:nvSpPr>
          <p:cNvPr id="14" name="Google Shape;2350;p4">
            <a:extLst>
              <a:ext uri="{FF2B5EF4-FFF2-40B4-BE49-F238E27FC236}">
                <a16:creationId xmlns:a16="http://schemas.microsoft.com/office/drawing/2014/main" id="{AB46458E-69A5-0B6D-D7D1-07FEA8D36253}"/>
              </a:ext>
            </a:extLst>
          </p:cNvPr>
          <p:cNvSpPr/>
          <p:nvPr/>
        </p:nvSpPr>
        <p:spPr>
          <a:xfrm>
            <a:off x="803938" y="3886518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00B0F0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vSAN File Services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47AB01-A071-C1DB-BCAA-8D4B93D0A683}"/>
              </a:ext>
            </a:extLst>
          </p:cNvPr>
          <p:cNvSpPr/>
          <p:nvPr/>
        </p:nvSpPr>
        <p:spPr>
          <a:xfrm>
            <a:off x="754673" y="3444869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Data Analytics</a:t>
            </a:r>
          </a:p>
        </p:txBody>
      </p:sp>
      <p:sp>
        <p:nvSpPr>
          <p:cNvPr id="17" name="Google Shape;2350;p4">
            <a:extLst>
              <a:ext uri="{FF2B5EF4-FFF2-40B4-BE49-F238E27FC236}">
                <a16:creationId xmlns:a16="http://schemas.microsoft.com/office/drawing/2014/main" id="{39864B53-F2BD-F4AD-9793-453021841D2B}"/>
              </a:ext>
            </a:extLst>
          </p:cNvPr>
          <p:cNvSpPr/>
          <p:nvPr/>
        </p:nvSpPr>
        <p:spPr>
          <a:xfrm>
            <a:off x="8754209" y="3483370"/>
            <a:ext cx="2633855" cy="696345"/>
          </a:xfrm>
          <a:prstGeom prst="roundRect">
            <a:avLst>
              <a:gd name="adj" fmla="val 6259"/>
            </a:avLst>
          </a:prstGeom>
          <a:solidFill>
            <a:schemeClr val="accent6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Nutanix Unified Storage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(NUS)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910EC6-B277-BFD9-2DF2-1BF36364A5DD}"/>
              </a:ext>
            </a:extLst>
          </p:cNvPr>
          <p:cNvSpPr/>
          <p:nvPr/>
        </p:nvSpPr>
        <p:spPr>
          <a:xfrm>
            <a:off x="754673" y="3042850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Advanced Intelligent Operations </a:t>
            </a:r>
          </a:p>
        </p:txBody>
      </p:sp>
      <p:sp>
        <p:nvSpPr>
          <p:cNvPr id="19" name="Google Shape;2350;p4">
            <a:extLst>
              <a:ext uri="{FF2B5EF4-FFF2-40B4-BE49-F238E27FC236}">
                <a16:creationId xmlns:a16="http://schemas.microsoft.com/office/drawing/2014/main" id="{5B7CF28E-AC46-BEAC-91C0-ACE27F64D3B8}"/>
              </a:ext>
            </a:extLst>
          </p:cNvPr>
          <p:cNvSpPr/>
          <p:nvPr/>
        </p:nvSpPr>
        <p:spPr>
          <a:xfrm>
            <a:off x="803938" y="3081352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00B0F0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Tx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Aria Operations (vROPS)</a:t>
            </a: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4AB8DC-3C71-A0D3-65C7-204F281748DC}"/>
              </a:ext>
            </a:extLst>
          </p:cNvPr>
          <p:cNvSpPr/>
          <p:nvPr/>
        </p:nvSpPr>
        <p:spPr>
          <a:xfrm>
            <a:off x="754673" y="2639703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Application Automation / Orchestration / Self Service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C6D477-1400-861C-714F-5E8C23AAE5B0}"/>
              </a:ext>
            </a:extLst>
          </p:cNvPr>
          <p:cNvSpPr/>
          <p:nvPr/>
        </p:nvSpPr>
        <p:spPr>
          <a:xfrm>
            <a:off x="754673" y="2241740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Cost / Governance</a:t>
            </a:r>
          </a:p>
        </p:txBody>
      </p:sp>
      <p:sp>
        <p:nvSpPr>
          <p:cNvPr id="24" name="Google Shape;2350;p4">
            <a:extLst>
              <a:ext uri="{FF2B5EF4-FFF2-40B4-BE49-F238E27FC236}">
                <a16:creationId xmlns:a16="http://schemas.microsoft.com/office/drawing/2014/main" id="{857D9721-D26A-3D43-9599-CCDD41DA367F}"/>
              </a:ext>
            </a:extLst>
          </p:cNvPr>
          <p:cNvSpPr/>
          <p:nvPr/>
        </p:nvSpPr>
        <p:spPr>
          <a:xfrm>
            <a:off x="8754209" y="2280242"/>
            <a:ext cx="2633855" cy="1094308"/>
          </a:xfrm>
          <a:prstGeom prst="roundRect">
            <a:avLst>
              <a:gd name="adj" fmla="val 3740"/>
            </a:avLst>
          </a:prstGeom>
          <a:solidFill>
            <a:schemeClr val="accent6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Nutanix Cloud Management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(NCM)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F2774A-EED2-1F19-EF3E-2BC069F2F3B0}"/>
              </a:ext>
            </a:extLst>
          </p:cNvPr>
          <p:cNvSpPr/>
          <p:nvPr/>
        </p:nvSpPr>
        <p:spPr>
          <a:xfrm>
            <a:off x="754673" y="1838593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App Mobility / Migration</a:t>
            </a:r>
          </a:p>
        </p:txBody>
      </p:sp>
      <p:sp>
        <p:nvSpPr>
          <p:cNvPr id="27" name="Google Shape;2350;p4">
            <a:extLst>
              <a:ext uri="{FF2B5EF4-FFF2-40B4-BE49-F238E27FC236}">
                <a16:creationId xmlns:a16="http://schemas.microsoft.com/office/drawing/2014/main" id="{0F707575-D99A-A711-D4AF-5760D23B1FE1}"/>
              </a:ext>
            </a:extLst>
          </p:cNvPr>
          <p:cNvSpPr/>
          <p:nvPr/>
        </p:nvSpPr>
        <p:spPr>
          <a:xfrm>
            <a:off x="8754209" y="1877095"/>
            <a:ext cx="2633855" cy="293198"/>
          </a:xfrm>
          <a:prstGeom prst="roundRect">
            <a:avLst>
              <a:gd name="adj" fmla="val 9873"/>
            </a:avLst>
          </a:prstGeom>
          <a:solidFill>
            <a:schemeClr val="accent6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Move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89B302-156E-71CF-CBFA-894FBD7EBF59}"/>
              </a:ext>
            </a:extLst>
          </p:cNvPr>
          <p:cNvSpPr/>
          <p:nvPr/>
        </p:nvSpPr>
        <p:spPr>
          <a:xfrm>
            <a:off x="754673" y="1419535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Database Services</a:t>
            </a:r>
          </a:p>
        </p:txBody>
      </p:sp>
      <p:sp>
        <p:nvSpPr>
          <p:cNvPr id="29" name="Google Shape;2350;p4">
            <a:extLst>
              <a:ext uri="{FF2B5EF4-FFF2-40B4-BE49-F238E27FC236}">
                <a16:creationId xmlns:a16="http://schemas.microsoft.com/office/drawing/2014/main" id="{7465C1BB-299D-898F-1D83-B84EB7E4A174}"/>
              </a:ext>
            </a:extLst>
          </p:cNvPr>
          <p:cNvSpPr/>
          <p:nvPr/>
        </p:nvSpPr>
        <p:spPr>
          <a:xfrm>
            <a:off x="8754209" y="1458037"/>
            <a:ext cx="2633855" cy="293198"/>
          </a:xfrm>
          <a:prstGeom prst="roundRect">
            <a:avLst>
              <a:gd name="adj" fmla="val 9873"/>
            </a:avLst>
          </a:prstGeom>
          <a:solidFill>
            <a:schemeClr val="accent6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Nutanix Database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Srvs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(NDB)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ECB749C-0B79-FDEB-266F-F90E671E4C06}"/>
              </a:ext>
            </a:extLst>
          </p:cNvPr>
          <p:cNvSpPr/>
          <p:nvPr/>
        </p:nvSpPr>
        <p:spPr>
          <a:xfrm>
            <a:off x="754673" y="1016388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End User Computing / Virtual Desktops</a:t>
            </a:r>
          </a:p>
        </p:txBody>
      </p:sp>
      <p:sp>
        <p:nvSpPr>
          <p:cNvPr id="32" name="Google Shape;2350;p4">
            <a:extLst>
              <a:ext uri="{FF2B5EF4-FFF2-40B4-BE49-F238E27FC236}">
                <a16:creationId xmlns:a16="http://schemas.microsoft.com/office/drawing/2014/main" id="{3935CB80-44B8-97A4-78D1-F27C0658094C}"/>
              </a:ext>
            </a:extLst>
          </p:cNvPr>
          <p:cNvSpPr/>
          <p:nvPr/>
        </p:nvSpPr>
        <p:spPr>
          <a:xfrm>
            <a:off x="8754209" y="1054890"/>
            <a:ext cx="2633855" cy="293198"/>
          </a:xfrm>
          <a:prstGeom prst="roundRect">
            <a:avLst>
              <a:gd name="adj" fmla="val 9873"/>
            </a:avLst>
          </a:prstGeom>
          <a:solidFill>
            <a:schemeClr val="accent6">
              <a:lumMod val="60000"/>
              <a:lumOff val="40000"/>
            </a:scheme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E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Horizon/Citrix/Frame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7227F4-FE28-884B-6AB6-BA09C2CA5543}"/>
              </a:ext>
            </a:extLst>
          </p:cNvPr>
          <p:cNvSpPr/>
          <p:nvPr/>
        </p:nvSpPr>
        <p:spPr>
          <a:xfrm>
            <a:off x="754673" y="618425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Hybrid Cloud</a:t>
            </a:r>
          </a:p>
        </p:txBody>
      </p:sp>
      <p:sp>
        <p:nvSpPr>
          <p:cNvPr id="35" name="Google Shape;2350;p4">
            <a:extLst>
              <a:ext uri="{FF2B5EF4-FFF2-40B4-BE49-F238E27FC236}">
                <a16:creationId xmlns:a16="http://schemas.microsoft.com/office/drawing/2014/main" id="{56E815C9-C415-C266-9FDC-4517BD5B70B5}"/>
              </a:ext>
            </a:extLst>
          </p:cNvPr>
          <p:cNvSpPr/>
          <p:nvPr/>
        </p:nvSpPr>
        <p:spPr>
          <a:xfrm>
            <a:off x="8754209" y="656927"/>
            <a:ext cx="2633855" cy="293198"/>
          </a:xfrm>
          <a:prstGeom prst="roundRect">
            <a:avLst>
              <a:gd name="adj" fmla="val 9873"/>
            </a:avLst>
          </a:prstGeom>
          <a:solidFill>
            <a:schemeClr val="accent6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Nutanix Clusters (NC2)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2350;p4">
            <a:extLst>
              <a:ext uri="{FF2B5EF4-FFF2-40B4-BE49-F238E27FC236}">
                <a16:creationId xmlns:a16="http://schemas.microsoft.com/office/drawing/2014/main" id="{C8E00D52-D931-FD18-9B15-83C4B9796E81}"/>
              </a:ext>
            </a:extLst>
          </p:cNvPr>
          <p:cNvSpPr/>
          <p:nvPr/>
        </p:nvSpPr>
        <p:spPr>
          <a:xfrm>
            <a:off x="8754209" y="4284480"/>
            <a:ext cx="2633855" cy="2315032"/>
          </a:xfrm>
          <a:prstGeom prst="roundRect">
            <a:avLst>
              <a:gd name="adj" fmla="val 1538"/>
            </a:avLst>
          </a:prstGeom>
          <a:solidFill>
            <a:schemeClr val="accent6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Tx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Nutanix Cloud Infrastructure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Tx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(NCI)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4EBC6C-978D-0B9A-0065-C9A557A0E5E8}"/>
              </a:ext>
            </a:extLst>
          </p:cNvPr>
          <p:cNvSpPr txBox="1"/>
          <p:nvPr/>
        </p:nvSpPr>
        <p:spPr>
          <a:xfrm>
            <a:off x="3047198" y="193608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Platform Capabilities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0CE2FEC-A49F-B53B-5E67-AAD45EFA1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464" y="193608"/>
            <a:ext cx="1589073" cy="25902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DD9A746-A5E5-94D9-3F79-27099CC66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863" y="111886"/>
            <a:ext cx="2349621" cy="438173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62E98722-2428-95FE-BFAE-29A981557D0B}"/>
              </a:ext>
            </a:extLst>
          </p:cNvPr>
          <p:cNvSpPr/>
          <p:nvPr/>
        </p:nvSpPr>
        <p:spPr>
          <a:xfrm>
            <a:off x="779306" y="1348088"/>
            <a:ext cx="2683118" cy="528395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85A3B7F-0FBB-94E1-6940-75C495B2B340}"/>
              </a:ext>
            </a:extLst>
          </p:cNvPr>
          <p:cNvSpPr/>
          <p:nvPr/>
        </p:nvSpPr>
        <p:spPr>
          <a:xfrm>
            <a:off x="775061" y="1032385"/>
            <a:ext cx="2683118" cy="32636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vSphere Foundation</a:t>
            </a:r>
          </a:p>
        </p:txBody>
      </p:sp>
      <p:sp>
        <p:nvSpPr>
          <p:cNvPr id="9" name="Google Shape;2350;p4">
            <a:extLst>
              <a:ext uri="{FF2B5EF4-FFF2-40B4-BE49-F238E27FC236}">
                <a16:creationId xmlns:a16="http://schemas.microsoft.com/office/drawing/2014/main" id="{5885F203-952D-33DE-D1F3-F56587F6A504}"/>
              </a:ext>
            </a:extLst>
          </p:cNvPr>
          <p:cNvSpPr/>
          <p:nvPr/>
        </p:nvSpPr>
        <p:spPr>
          <a:xfrm>
            <a:off x="803938" y="5102057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FFC000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Site Recovery Manager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2350;p4">
            <a:extLst>
              <a:ext uri="{FF2B5EF4-FFF2-40B4-BE49-F238E27FC236}">
                <a16:creationId xmlns:a16="http://schemas.microsoft.com/office/drawing/2014/main" id="{E5CE4833-31C9-56E3-CA75-45297A379D85}"/>
              </a:ext>
            </a:extLst>
          </p:cNvPr>
          <p:cNvSpPr/>
          <p:nvPr/>
        </p:nvSpPr>
        <p:spPr>
          <a:xfrm>
            <a:off x="803938" y="2280242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FFC000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Aria Cost by CloudHealth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2350;p4">
            <a:extLst>
              <a:ext uri="{FF2B5EF4-FFF2-40B4-BE49-F238E27FC236}">
                <a16:creationId xmlns:a16="http://schemas.microsoft.com/office/drawing/2014/main" id="{F7C4955F-4A91-C9B8-378A-49055D93D100}"/>
              </a:ext>
            </a:extLst>
          </p:cNvPr>
          <p:cNvSpPr/>
          <p:nvPr/>
        </p:nvSpPr>
        <p:spPr>
          <a:xfrm>
            <a:off x="799694" y="1465984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FFC000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Data Services Manager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1924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98DB08-BA24-44FE-75F1-B9D3F025D87F}"/>
              </a:ext>
            </a:extLst>
          </p:cNvPr>
          <p:cNvSpPr/>
          <p:nvPr/>
        </p:nvSpPr>
        <p:spPr>
          <a:xfrm>
            <a:off x="754673" y="6267812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Hypervisor</a:t>
            </a:r>
          </a:p>
        </p:txBody>
      </p:sp>
      <p:sp>
        <p:nvSpPr>
          <p:cNvPr id="3" name="Google Shape;2350;p4">
            <a:extLst>
              <a:ext uri="{FF2B5EF4-FFF2-40B4-BE49-F238E27FC236}">
                <a16:creationId xmlns:a16="http://schemas.microsoft.com/office/drawing/2014/main" id="{CACC527C-268F-7624-5B12-EAA72A5A5745}"/>
              </a:ext>
            </a:extLst>
          </p:cNvPr>
          <p:cNvSpPr/>
          <p:nvPr/>
        </p:nvSpPr>
        <p:spPr>
          <a:xfrm>
            <a:off x="803938" y="6306314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00B0F0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vSphere Enterprise Plus</a:t>
            </a: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CA27C2-D8FA-54D6-6C72-93018D7B7226}"/>
              </a:ext>
            </a:extLst>
          </p:cNvPr>
          <p:cNvSpPr/>
          <p:nvPr/>
        </p:nvSpPr>
        <p:spPr>
          <a:xfrm>
            <a:off x="754673" y="5864665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Storage Operating System</a:t>
            </a:r>
          </a:p>
        </p:txBody>
      </p:sp>
      <p:sp>
        <p:nvSpPr>
          <p:cNvPr id="5" name="Google Shape;2350;p4">
            <a:extLst>
              <a:ext uri="{FF2B5EF4-FFF2-40B4-BE49-F238E27FC236}">
                <a16:creationId xmlns:a16="http://schemas.microsoft.com/office/drawing/2014/main" id="{EEBD2AD3-94BE-4DA4-278C-F2017CAC9CF0}"/>
              </a:ext>
            </a:extLst>
          </p:cNvPr>
          <p:cNvSpPr/>
          <p:nvPr/>
        </p:nvSpPr>
        <p:spPr>
          <a:xfrm>
            <a:off x="803938" y="5903167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00B0F0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vSAN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ED2767-1E0E-8D31-1D95-7C94DFBE0DF2}"/>
              </a:ext>
            </a:extLst>
          </p:cNvPr>
          <p:cNvSpPr/>
          <p:nvPr/>
        </p:nvSpPr>
        <p:spPr>
          <a:xfrm>
            <a:off x="754673" y="5466702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Kubernetes</a:t>
            </a:r>
          </a:p>
        </p:txBody>
      </p:sp>
      <p:sp>
        <p:nvSpPr>
          <p:cNvPr id="7" name="Google Shape;2350;p4">
            <a:extLst>
              <a:ext uri="{FF2B5EF4-FFF2-40B4-BE49-F238E27FC236}">
                <a16:creationId xmlns:a16="http://schemas.microsoft.com/office/drawing/2014/main" id="{24802C41-2D38-6C79-3BFE-3851AA3805CB}"/>
              </a:ext>
            </a:extLst>
          </p:cNvPr>
          <p:cNvSpPr/>
          <p:nvPr/>
        </p:nvSpPr>
        <p:spPr>
          <a:xfrm>
            <a:off x="803938" y="5505204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00B0F0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Tanzu Kubernetes Grid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F0A094-08E1-880A-BEDC-D51CB5C44CD9}"/>
              </a:ext>
            </a:extLst>
          </p:cNvPr>
          <p:cNvSpPr/>
          <p:nvPr/>
        </p:nvSpPr>
        <p:spPr>
          <a:xfrm>
            <a:off x="754673" y="5063555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Advanced Replication and DR</a:t>
            </a:r>
          </a:p>
        </p:txBody>
      </p:sp>
      <p:sp>
        <p:nvSpPr>
          <p:cNvPr id="9" name="Google Shape;2350;p4">
            <a:extLst>
              <a:ext uri="{FF2B5EF4-FFF2-40B4-BE49-F238E27FC236}">
                <a16:creationId xmlns:a16="http://schemas.microsoft.com/office/drawing/2014/main" id="{9F17273D-4412-C775-6C26-B48EFBDAF69C}"/>
              </a:ext>
            </a:extLst>
          </p:cNvPr>
          <p:cNvSpPr/>
          <p:nvPr/>
        </p:nvSpPr>
        <p:spPr>
          <a:xfrm>
            <a:off x="803938" y="5102057"/>
            <a:ext cx="2633855" cy="336326"/>
          </a:xfrm>
          <a:prstGeom prst="roundRect">
            <a:avLst>
              <a:gd name="adj" fmla="val 9873"/>
            </a:avLst>
          </a:prstGeom>
          <a:solidFill>
            <a:srgbClr val="FFC000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Site Recovery Manager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B8F6F6-BEAD-8201-E76A-78E6712FC9D3}"/>
              </a:ext>
            </a:extLst>
          </p:cNvPr>
          <p:cNvSpPr/>
          <p:nvPr/>
        </p:nvSpPr>
        <p:spPr>
          <a:xfrm>
            <a:off x="754673" y="4649126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Network Overlay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5C3E33-5AA2-2912-8FE9-255AAE4810C1}"/>
              </a:ext>
            </a:extLst>
          </p:cNvPr>
          <p:cNvSpPr/>
          <p:nvPr/>
        </p:nvSpPr>
        <p:spPr>
          <a:xfrm>
            <a:off x="754673" y="4245979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Microsegmentation / App Firewalling</a:t>
            </a:r>
          </a:p>
        </p:txBody>
      </p:sp>
      <p:sp>
        <p:nvSpPr>
          <p:cNvPr id="12" name="Google Shape;2350;p4">
            <a:extLst>
              <a:ext uri="{FF2B5EF4-FFF2-40B4-BE49-F238E27FC236}">
                <a16:creationId xmlns:a16="http://schemas.microsoft.com/office/drawing/2014/main" id="{8136098C-73F4-A4F5-E533-7F6D858620EC}"/>
              </a:ext>
            </a:extLst>
          </p:cNvPr>
          <p:cNvSpPr/>
          <p:nvPr/>
        </p:nvSpPr>
        <p:spPr>
          <a:xfrm>
            <a:off x="803938" y="4611181"/>
            <a:ext cx="2633855" cy="369644"/>
          </a:xfrm>
          <a:prstGeom prst="roundRect">
            <a:avLst>
              <a:gd name="adj" fmla="val 5054"/>
            </a:avLst>
          </a:prstGeom>
          <a:solidFill>
            <a:srgbClr val="00B0F0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NSX Networks for VCF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5AD7A4-7E79-ABF6-2A54-565C06EA967E}"/>
              </a:ext>
            </a:extLst>
          </p:cNvPr>
          <p:cNvSpPr/>
          <p:nvPr/>
        </p:nvSpPr>
        <p:spPr>
          <a:xfrm>
            <a:off x="754673" y="3848016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Storage Services</a:t>
            </a:r>
          </a:p>
        </p:txBody>
      </p:sp>
      <p:sp>
        <p:nvSpPr>
          <p:cNvPr id="14" name="Google Shape;2350;p4">
            <a:extLst>
              <a:ext uri="{FF2B5EF4-FFF2-40B4-BE49-F238E27FC236}">
                <a16:creationId xmlns:a16="http://schemas.microsoft.com/office/drawing/2014/main" id="{AB46458E-69A5-0B6D-D7D1-07FEA8D36253}"/>
              </a:ext>
            </a:extLst>
          </p:cNvPr>
          <p:cNvSpPr/>
          <p:nvPr/>
        </p:nvSpPr>
        <p:spPr>
          <a:xfrm>
            <a:off x="803938" y="3886518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00B0F0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vSAN File Services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47AB01-A071-C1DB-BCAA-8D4B93D0A683}"/>
              </a:ext>
            </a:extLst>
          </p:cNvPr>
          <p:cNvSpPr/>
          <p:nvPr/>
        </p:nvSpPr>
        <p:spPr>
          <a:xfrm>
            <a:off x="754673" y="3444869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Data Analytics</a:t>
            </a:r>
          </a:p>
        </p:txBody>
      </p:sp>
      <p:sp>
        <p:nvSpPr>
          <p:cNvPr id="16" name="Google Shape;2350;p4">
            <a:extLst>
              <a:ext uri="{FF2B5EF4-FFF2-40B4-BE49-F238E27FC236}">
                <a16:creationId xmlns:a16="http://schemas.microsoft.com/office/drawing/2014/main" id="{B4AC036B-A833-8306-591B-9F2B776970B6}"/>
              </a:ext>
            </a:extLst>
          </p:cNvPr>
          <p:cNvSpPr/>
          <p:nvPr/>
        </p:nvSpPr>
        <p:spPr>
          <a:xfrm>
            <a:off x="803938" y="3483371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00B0F0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Aria Insights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2350;p4">
            <a:extLst>
              <a:ext uri="{FF2B5EF4-FFF2-40B4-BE49-F238E27FC236}">
                <a16:creationId xmlns:a16="http://schemas.microsoft.com/office/drawing/2014/main" id="{39864B53-F2BD-F4AD-9793-453021841D2B}"/>
              </a:ext>
            </a:extLst>
          </p:cNvPr>
          <p:cNvSpPr/>
          <p:nvPr/>
        </p:nvSpPr>
        <p:spPr>
          <a:xfrm>
            <a:off x="8754209" y="3483370"/>
            <a:ext cx="2633855" cy="696345"/>
          </a:xfrm>
          <a:prstGeom prst="roundRect">
            <a:avLst>
              <a:gd name="adj" fmla="val 6259"/>
            </a:avLst>
          </a:prstGeom>
          <a:solidFill>
            <a:schemeClr val="accent6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Nutanix Unified Storage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(NUS)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910EC6-B277-BFD9-2DF2-1BF36364A5DD}"/>
              </a:ext>
            </a:extLst>
          </p:cNvPr>
          <p:cNvSpPr/>
          <p:nvPr/>
        </p:nvSpPr>
        <p:spPr>
          <a:xfrm>
            <a:off x="754673" y="3042850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Advanced Intelligent Operations </a:t>
            </a:r>
          </a:p>
        </p:txBody>
      </p:sp>
      <p:sp>
        <p:nvSpPr>
          <p:cNvPr id="19" name="Google Shape;2350;p4">
            <a:extLst>
              <a:ext uri="{FF2B5EF4-FFF2-40B4-BE49-F238E27FC236}">
                <a16:creationId xmlns:a16="http://schemas.microsoft.com/office/drawing/2014/main" id="{5B7CF28E-AC46-BEAC-91C0-ACE27F64D3B8}"/>
              </a:ext>
            </a:extLst>
          </p:cNvPr>
          <p:cNvSpPr/>
          <p:nvPr/>
        </p:nvSpPr>
        <p:spPr>
          <a:xfrm>
            <a:off x="803938" y="3081352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00B0F0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Tx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Aria Operations (vROPS)</a:t>
            </a: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4AB8DC-3C71-A0D3-65C7-204F281748DC}"/>
              </a:ext>
            </a:extLst>
          </p:cNvPr>
          <p:cNvSpPr/>
          <p:nvPr/>
        </p:nvSpPr>
        <p:spPr>
          <a:xfrm>
            <a:off x="754673" y="2639703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Application Automation / Orchestration / Self Service</a:t>
            </a:r>
          </a:p>
        </p:txBody>
      </p:sp>
      <p:sp>
        <p:nvSpPr>
          <p:cNvPr id="21" name="Google Shape;2350;p4">
            <a:extLst>
              <a:ext uri="{FF2B5EF4-FFF2-40B4-BE49-F238E27FC236}">
                <a16:creationId xmlns:a16="http://schemas.microsoft.com/office/drawing/2014/main" id="{E19DB8FB-5C6E-01D2-4CBB-BC670FB16470}"/>
              </a:ext>
            </a:extLst>
          </p:cNvPr>
          <p:cNvSpPr/>
          <p:nvPr/>
        </p:nvSpPr>
        <p:spPr>
          <a:xfrm>
            <a:off x="803938" y="2678205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00B0F0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Aria Automation (vRA)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C6D477-1400-861C-714F-5E8C23AAE5B0}"/>
              </a:ext>
            </a:extLst>
          </p:cNvPr>
          <p:cNvSpPr/>
          <p:nvPr/>
        </p:nvSpPr>
        <p:spPr>
          <a:xfrm>
            <a:off x="754673" y="2241740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Cost / Governance</a:t>
            </a:r>
          </a:p>
        </p:txBody>
      </p:sp>
      <p:sp>
        <p:nvSpPr>
          <p:cNvPr id="23" name="Google Shape;2350;p4">
            <a:extLst>
              <a:ext uri="{FF2B5EF4-FFF2-40B4-BE49-F238E27FC236}">
                <a16:creationId xmlns:a16="http://schemas.microsoft.com/office/drawing/2014/main" id="{EBB0E67D-0480-6881-F7F3-14BD078605A7}"/>
              </a:ext>
            </a:extLst>
          </p:cNvPr>
          <p:cNvSpPr/>
          <p:nvPr/>
        </p:nvSpPr>
        <p:spPr>
          <a:xfrm>
            <a:off x="803938" y="2280242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FFC000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Aria Cost by CloudHealth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350;p4">
            <a:extLst>
              <a:ext uri="{FF2B5EF4-FFF2-40B4-BE49-F238E27FC236}">
                <a16:creationId xmlns:a16="http://schemas.microsoft.com/office/drawing/2014/main" id="{857D9721-D26A-3D43-9599-CCDD41DA367F}"/>
              </a:ext>
            </a:extLst>
          </p:cNvPr>
          <p:cNvSpPr/>
          <p:nvPr/>
        </p:nvSpPr>
        <p:spPr>
          <a:xfrm>
            <a:off x="8754209" y="2280242"/>
            <a:ext cx="2633855" cy="1094308"/>
          </a:xfrm>
          <a:prstGeom prst="roundRect">
            <a:avLst>
              <a:gd name="adj" fmla="val 3740"/>
            </a:avLst>
          </a:prstGeom>
          <a:solidFill>
            <a:schemeClr val="accent6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Nutanix Cloud Management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(NCM)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F2774A-EED2-1F19-EF3E-2BC069F2F3B0}"/>
              </a:ext>
            </a:extLst>
          </p:cNvPr>
          <p:cNvSpPr/>
          <p:nvPr/>
        </p:nvSpPr>
        <p:spPr>
          <a:xfrm>
            <a:off x="754673" y="1838593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App Mobility / Migration</a:t>
            </a:r>
          </a:p>
        </p:txBody>
      </p:sp>
      <p:sp>
        <p:nvSpPr>
          <p:cNvPr id="26" name="Google Shape;2350;p4">
            <a:extLst>
              <a:ext uri="{FF2B5EF4-FFF2-40B4-BE49-F238E27FC236}">
                <a16:creationId xmlns:a16="http://schemas.microsoft.com/office/drawing/2014/main" id="{E5210BC9-0CEE-DC88-AEA3-8A6DC560ECA4}"/>
              </a:ext>
            </a:extLst>
          </p:cNvPr>
          <p:cNvSpPr/>
          <p:nvPr/>
        </p:nvSpPr>
        <p:spPr>
          <a:xfrm>
            <a:off x="803938" y="1877095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00B0F0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HCX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350;p4">
            <a:extLst>
              <a:ext uri="{FF2B5EF4-FFF2-40B4-BE49-F238E27FC236}">
                <a16:creationId xmlns:a16="http://schemas.microsoft.com/office/drawing/2014/main" id="{0F707575-D99A-A711-D4AF-5760D23B1FE1}"/>
              </a:ext>
            </a:extLst>
          </p:cNvPr>
          <p:cNvSpPr/>
          <p:nvPr/>
        </p:nvSpPr>
        <p:spPr>
          <a:xfrm>
            <a:off x="8754209" y="1877095"/>
            <a:ext cx="2633855" cy="293198"/>
          </a:xfrm>
          <a:prstGeom prst="roundRect">
            <a:avLst>
              <a:gd name="adj" fmla="val 9873"/>
            </a:avLst>
          </a:prstGeom>
          <a:solidFill>
            <a:schemeClr val="accent6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Move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89B302-156E-71CF-CBFA-894FBD7EBF59}"/>
              </a:ext>
            </a:extLst>
          </p:cNvPr>
          <p:cNvSpPr/>
          <p:nvPr/>
        </p:nvSpPr>
        <p:spPr>
          <a:xfrm>
            <a:off x="754673" y="1419535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Database Services</a:t>
            </a:r>
          </a:p>
        </p:txBody>
      </p:sp>
      <p:sp>
        <p:nvSpPr>
          <p:cNvPr id="29" name="Google Shape;2350;p4">
            <a:extLst>
              <a:ext uri="{FF2B5EF4-FFF2-40B4-BE49-F238E27FC236}">
                <a16:creationId xmlns:a16="http://schemas.microsoft.com/office/drawing/2014/main" id="{7465C1BB-299D-898F-1D83-B84EB7E4A174}"/>
              </a:ext>
            </a:extLst>
          </p:cNvPr>
          <p:cNvSpPr/>
          <p:nvPr/>
        </p:nvSpPr>
        <p:spPr>
          <a:xfrm>
            <a:off x="8754209" y="1458037"/>
            <a:ext cx="2633855" cy="293198"/>
          </a:xfrm>
          <a:prstGeom prst="roundRect">
            <a:avLst>
              <a:gd name="adj" fmla="val 9873"/>
            </a:avLst>
          </a:prstGeom>
          <a:solidFill>
            <a:schemeClr val="accent6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Nutanix Database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Srvs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(NDB)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ECB749C-0B79-FDEB-266F-F90E671E4C06}"/>
              </a:ext>
            </a:extLst>
          </p:cNvPr>
          <p:cNvSpPr/>
          <p:nvPr/>
        </p:nvSpPr>
        <p:spPr>
          <a:xfrm>
            <a:off x="754673" y="1016388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End User Computing / Virtual Desktops</a:t>
            </a:r>
          </a:p>
        </p:txBody>
      </p:sp>
      <p:sp>
        <p:nvSpPr>
          <p:cNvPr id="32" name="Google Shape;2350;p4">
            <a:extLst>
              <a:ext uri="{FF2B5EF4-FFF2-40B4-BE49-F238E27FC236}">
                <a16:creationId xmlns:a16="http://schemas.microsoft.com/office/drawing/2014/main" id="{3935CB80-44B8-97A4-78D1-F27C0658094C}"/>
              </a:ext>
            </a:extLst>
          </p:cNvPr>
          <p:cNvSpPr/>
          <p:nvPr/>
        </p:nvSpPr>
        <p:spPr>
          <a:xfrm>
            <a:off x="8754209" y="1054890"/>
            <a:ext cx="2633855" cy="293198"/>
          </a:xfrm>
          <a:prstGeom prst="roundRect">
            <a:avLst>
              <a:gd name="adj" fmla="val 9873"/>
            </a:avLst>
          </a:prstGeom>
          <a:solidFill>
            <a:schemeClr val="accent6">
              <a:lumMod val="60000"/>
              <a:lumOff val="40000"/>
            </a:schemeClr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E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Gotham Medium" pitchFamily="2" charset="0"/>
                <a:sym typeface="Arial"/>
              </a:rPr>
              <a:t>Horizon/Citrix/Frame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7227F4-FE28-884B-6AB6-BA09C2CA5543}"/>
              </a:ext>
            </a:extLst>
          </p:cNvPr>
          <p:cNvSpPr/>
          <p:nvPr/>
        </p:nvSpPr>
        <p:spPr>
          <a:xfrm>
            <a:off x="754673" y="618425"/>
            <a:ext cx="10682654" cy="36964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Hybrid Cloud</a:t>
            </a:r>
          </a:p>
        </p:txBody>
      </p:sp>
      <p:sp>
        <p:nvSpPr>
          <p:cNvPr id="35" name="Google Shape;2350;p4">
            <a:extLst>
              <a:ext uri="{FF2B5EF4-FFF2-40B4-BE49-F238E27FC236}">
                <a16:creationId xmlns:a16="http://schemas.microsoft.com/office/drawing/2014/main" id="{56E815C9-C415-C266-9FDC-4517BD5B70B5}"/>
              </a:ext>
            </a:extLst>
          </p:cNvPr>
          <p:cNvSpPr/>
          <p:nvPr/>
        </p:nvSpPr>
        <p:spPr>
          <a:xfrm>
            <a:off x="8754209" y="656927"/>
            <a:ext cx="2633855" cy="293198"/>
          </a:xfrm>
          <a:prstGeom prst="roundRect">
            <a:avLst>
              <a:gd name="adj" fmla="val 9873"/>
            </a:avLst>
          </a:prstGeom>
          <a:solidFill>
            <a:schemeClr val="accent6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Nutanix Clusters (NC2)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2350;p4">
            <a:extLst>
              <a:ext uri="{FF2B5EF4-FFF2-40B4-BE49-F238E27FC236}">
                <a16:creationId xmlns:a16="http://schemas.microsoft.com/office/drawing/2014/main" id="{C8E00D52-D931-FD18-9B15-83C4B9796E81}"/>
              </a:ext>
            </a:extLst>
          </p:cNvPr>
          <p:cNvSpPr/>
          <p:nvPr/>
        </p:nvSpPr>
        <p:spPr>
          <a:xfrm>
            <a:off x="8754209" y="4284480"/>
            <a:ext cx="2633855" cy="2315032"/>
          </a:xfrm>
          <a:prstGeom prst="roundRect">
            <a:avLst>
              <a:gd name="adj" fmla="val 1538"/>
            </a:avLst>
          </a:prstGeom>
          <a:solidFill>
            <a:schemeClr val="accent6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Tx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Nutanix Cloud Infrastructure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Tx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(NCI)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4EBC6C-978D-0B9A-0065-C9A557A0E5E8}"/>
              </a:ext>
            </a:extLst>
          </p:cNvPr>
          <p:cNvSpPr txBox="1"/>
          <p:nvPr/>
        </p:nvSpPr>
        <p:spPr>
          <a:xfrm>
            <a:off x="3047198" y="193608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Platform Capabilities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0CE2FEC-A49F-B53B-5E67-AAD45EFA1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464" y="193608"/>
            <a:ext cx="1589073" cy="25902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DD9A746-A5E5-94D9-3F79-27099CC66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863" y="111886"/>
            <a:ext cx="2349621" cy="438173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7B63572C-CD6A-4F2A-40E1-52952F00B27B}"/>
              </a:ext>
            </a:extLst>
          </p:cNvPr>
          <p:cNvSpPr/>
          <p:nvPr/>
        </p:nvSpPr>
        <p:spPr>
          <a:xfrm>
            <a:off x="779306" y="1343656"/>
            <a:ext cx="2683118" cy="528838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4ED916A-A710-4DBA-92C8-FB3838981AA5}"/>
              </a:ext>
            </a:extLst>
          </p:cNvPr>
          <p:cNvSpPr/>
          <p:nvPr/>
        </p:nvSpPr>
        <p:spPr>
          <a:xfrm>
            <a:off x="780444" y="1017291"/>
            <a:ext cx="2683118" cy="32636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Cloud Foundation</a:t>
            </a:r>
          </a:p>
        </p:txBody>
      </p:sp>
      <p:sp>
        <p:nvSpPr>
          <p:cNvPr id="31" name="Google Shape;2350;p4">
            <a:extLst>
              <a:ext uri="{FF2B5EF4-FFF2-40B4-BE49-F238E27FC236}">
                <a16:creationId xmlns:a16="http://schemas.microsoft.com/office/drawing/2014/main" id="{B436C9F8-9566-DD9D-7E9E-CA0017B5FEA8}"/>
              </a:ext>
            </a:extLst>
          </p:cNvPr>
          <p:cNvSpPr/>
          <p:nvPr/>
        </p:nvSpPr>
        <p:spPr>
          <a:xfrm>
            <a:off x="799694" y="4241372"/>
            <a:ext cx="2633855" cy="330979"/>
          </a:xfrm>
          <a:prstGeom prst="roundRect">
            <a:avLst>
              <a:gd name="adj" fmla="val 9873"/>
            </a:avLst>
          </a:prstGeom>
          <a:solidFill>
            <a:srgbClr val="FFC000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NSX Add-ons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2350;p4">
            <a:extLst>
              <a:ext uri="{FF2B5EF4-FFF2-40B4-BE49-F238E27FC236}">
                <a16:creationId xmlns:a16="http://schemas.microsoft.com/office/drawing/2014/main" id="{609E1F14-3725-B113-4564-DD6461B94195}"/>
              </a:ext>
            </a:extLst>
          </p:cNvPr>
          <p:cNvSpPr/>
          <p:nvPr/>
        </p:nvSpPr>
        <p:spPr>
          <a:xfrm>
            <a:off x="799694" y="1465984"/>
            <a:ext cx="2633855" cy="293198"/>
          </a:xfrm>
          <a:prstGeom prst="roundRect">
            <a:avLst>
              <a:gd name="adj" fmla="val 9873"/>
            </a:avLst>
          </a:prstGeom>
          <a:solidFill>
            <a:srgbClr val="00B0F0"/>
          </a:solidFill>
          <a:ln w="12700" cap="flat" cmpd="sng">
            <a:solidFill>
              <a:sysClr val="window" lastClr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50" tIns="60925" rIns="121850" bIns="609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Data Services Manager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5512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0_Nutanix Corporate Template">
  <a:themeElements>
    <a:clrScheme name="Workday">
      <a:dk1>
        <a:srgbClr val="131313"/>
      </a:dk1>
      <a:lt1>
        <a:srgbClr val="FFFFFF"/>
      </a:lt1>
      <a:dk2>
        <a:srgbClr val="4B00AA"/>
      </a:dk2>
      <a:lt2>
        <a:srgbClr val="41AA00"/>
      </a:lt2>
      <a:accent1>
        <a:srgbClr val="7855FA"/>
      </a:accent1>
      <a:accent2>
        <a:srgbClr val="1FDDE9"/>
      </a:accent2>
      <a:accent3>
        <a:srgbClr val="92DD23"/>
      </a:accent3>
      <a:accent4>
        <a:srgbClr val="FF9178"/>
      </a:accent4>
      <a:accent5>
        <a:srgbClr val="0092B0"/>
      </a:accent5>
      <a:accent6>
        <a:srgbClr val="391699"/>
      </a:accent6>
      <a:hlink>
        <a:srgbClr val="004387"/>
      </a:hlink>
      <a:folHlink>
        <a:srgbClr val="0875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572</Words>
  <Application>Microsoft Macintosh PowerPoint</Application>
  <PresentationFormat>Widescreen</PresentationFormat>
  <Paragraphs>189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Montserrat</vt:lpstr>
      <vt:lpstr>Montserrat ExtraBold</vt:lpstr>
      <vt:lpstr>Montserrat ExtraLight</vt:lpstr>
      <vt:lpstr>Montserrat Medium</vt:lpstr>
      <vt:lpstr>Montserrat Thin</vt:lpstr>
      <vt:lpstr>10_Nutanix Corporate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 Simpson</dc:creator>
  <cp:lastModifiedBy>Guillaume Paré</cp:lastModifiedBy>
  <cp:revision>1</cp:revision>
  <dcterms:created xsi:type="dcterms:W3CDTF">2024-02-05T13:24:08Z</dcterms:created>
  <dcterms:modified xsi:type="dcterms:W3CDTF">2024-04-10T18:20:20Z</dcterms:modified>
</cp:coreProperties>
</file>